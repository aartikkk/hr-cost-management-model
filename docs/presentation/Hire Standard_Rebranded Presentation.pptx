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5"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745"/>
    <a:srgbClr val="C2EABD"/>
    <a:srgbClr val="DC602E"/>
    <a:srgbClr val="011936"/>
    <a:srgbClr val="B4D9B0"/>
    <a:srgbClr val="FFFFFF"/>
    <a:srgbClr val="C7E0C3"/>
    <a:srgbClr val="D4EFD0"/>
    <a:srgbClr val="E6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FEE93-6855-4616-9A00-F73AFAD6C7E6}" v="185" dt="2026-07-30T19:15:52.664"/>
    <p1510:client id="{557CA780-3E59-86B0-BB98-8872E07DBDFD}" v="393" dt="2026-07-29T19:56:47.755"/>
    <p1510:client id="{A1D32857-5DF3-45B4-BE0C-1380FEB61118}" v="334" dt="2026-07-30T19:37:49.808"/>
    <p1510:client id="{B6752233-00BD-C30B-52E8-FA4BA17A807F}" v="21" dt="2026-07-29T22:16:29.028"/>
    <p1510:client id="{B7092572-C97B-3979-66BD-0BE77262D5BF}" v="3" dt="2026-07-29T20:11:02.715"/>
    <p1510:client id="{EA95E4D9-E70C-D163-B456-DB7B3ADF0B22}" v="6" dt="2026-07-30T14:09:16.940"/>
    <p1510:client id="{EBEAAF16-6692-9254-A4FB-1C4668FD39B0}" v="27" dt="2026-07-30T18:58:28.445"/>
    <p1510:client id="{F046C9A2-CB41-7C50-54C6-A02A2ED6D56A}" v="44" dt="2026-07-30T19:39:48.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a, Cody W" userId="1ae60363-a229-4228-aed9-42361cc39f38" providerId="ADAL" clId="{1593BA4E-4563-4784-8738-1427A348B029}"/>
    <pc:docChg chg="custSel delSld modSld">
      <pc:chgData name="Kana, Cody W" userId="1ae60363-a229-4228-aed9-42361cc39f38" providerId="ADAL" clId="{1593BA4E-4563-4784-8738-1427A348B029}" dt="2026-07-30T19:37:49.808" v="334" actId="14100"/>
      <pc:docMkLst>
        <pc:docMk/>
      </pc:docMkLst>
      <pc:sldChg chg="modNotesTx">
        <pc:chgData name="Kana, Cody W" userId="1ae60363-a229-4228-aed9-42361cc39f38" providerId="ADAL" clId="{1593BA4E-4563-4784-8738-1427A348B029}" dt="2026-07-30T18:50:43.279" v="189" actId="20577"/>
        <pc:sldMkLst>
          <pc:docMk/>
          <pc:sldMk cId="0" sldId="257"/>
        </pc:sldMkLst>
      </pc:sldChg>
      <pc:sldChg chg="modSp mod modNotesTx">
        <pc:chgData name="Kana, Cody W" userId="1ae60363-a229-4228-aed9-42361cc39f38" providerId="ADAL" clId="{1593BA4E-4563-4784-8738-1427A348B029}" dt="2026-07-30T18:57:05.091" v="326" actId="20577"/>
        <pc:sldMkLst>
          <pc:docMk/>
          <pc:sldMk cId="0" sldId="259"/>
        </pc:sldMkLst>
        <pc:spChg chg="mod">
          <ac:chgData name="Kana, Cody W" userId="1ae60363-a229-4228-aed9-42361cc39f38" providerId="ADAL" clId="{1593BA4E-4563-4784-8738-1427A348B029}" dt="2026-07-30T14:50:18.759" v="94" actId="20577"/>
          <ac:spMkLst>
            <pc:docMk/>
            <pc:sldMk cId="0" sldId="259"/>
            <ac:spMk id="70" creationId="{00000000-0000-0000-0000-000000000000}"/>
          </ac:spMkLst>
        </pc:spChg>
      </pc:sldChg>
      <pc:sldChg chg="del">
        <pc:chgData name="Kana, Cody W" userId="1ae60363-a229-4228-aed9-42361cc39f38" providerId="ADAL" clId="{1593BA4E-4563-4784-8738-1427A348B029}" dt="2026-07-30T14:21:38.648" v="45" actId="47"/>
        <pc:sldMkLst>
          <pc:docMk/>
          <pc:sldMk cId="0" sldId="260"/>
        </pc:sldMkLst>
      </pc:sldChg>
      <pc:sldChg chg="addSp delSp modSp mod">
        <pc:chgData name="Kana, Cody W" userId="1ae60363-a229-4228-aed9-42361cc39f38" providerId="ADAL" clId="{1593BA4E-4563-4784-8738-1427A348B029}" dt="2026-07-30T19:37:49.808" v="334" actId="14100"/>
        <pc:sldMkLst>
          <pc:docMk/>
          <pc:sldMk cId="0" sldId="261"/>
        </pc:sldMkLst>
        <pc:spChg chg="add mod">
          <ac:chgData name="Kana, Cody W" userId="1ae60363-a229-4228-aed9-42361cc39f38" providerId="ADAL" clId="{1593BA4E-4563-4784-8738-1427A348B029}" dt="2026-07-30T15:58:13.508" v="145" actId="1076"/>
          <ac:spMkLst>
            <pc:docMk/>
            <pc:sldMk cId="0" sldId="261"/>
            <ac:spMk id="13" creationId="{04343190-9F06-6266-944B-3F593459CE10}"/>
          </ac:spMkLst>
        </pc:spChg>
        <pc:picChg chg="del">
          <ac:chgData name="Kana, Cody W" userId="1ae60363-a229-4228-aed9-42361cc39f38" providerId="ADAL" clId="{1593BA4E-4563-4784-8738-1427A348B029}" dt="2026-07-30T14:29:37.980" v="63" actId="478"/>
          <ac:picMkLst>
            <pc:docMk/>
            <pc:sldMk cId="0" sldId="261"/>
            <ac:picMk id="10" creationId="{00000000-0000-0000-0000-000000000000}"/>
          </ac:picMkLst>
        </pc:picChg>
        <pc:picChg chg="add mod">
          <ac:chgData name="Kana, Cody W" userId="1ae60363-a229-4228-aed9-42361cc39f38" providerId="ADAL" clId="{1593BA4E-4563-4784-8738-1427A348B029}" dt="2026-07-30T19:37:49.808" v="334" actId="14100"/>
          <ac:picMkLst>
            <pc:docMk/>
            <pc:sldMk cId="0" sldId="261"/>
            <ac:picMk id="10" creationId="{B7F0D1A2-8E70-FBFE-CB23-FDD8C8A7B5E8}"/>
          </ac:picMkLst>
        </pc:picChg>
        <pc:picChg chg="add mod">
          <ac:chgData name="Kana, Cody W" userId="1ae60363-a229-4228-aed9-42361cc39f38" providerId="ADAL" clId="{1593BA4E-4563-4784-8738-1427A348B029}" dt="2026-07-30T14:29:55.912" v="68" actId="1076"/>
          <ac:picMkLst>
            <pc:docMk/>
            <pc:sldMk cId="0" sldId="261"/>
            <ac:picMk id="11" creationId="{F3056FFB-99A1-84E3-B571-263BDC954E5D}"/>
          </ac:picMkLst>
        </pc:picChg>
        <pc:picChg chg="add mod">
          <ac:chgData name="Kana, Cody W" userId="1ae60363-a229-4228-aed9-42361cc39f38" providerId="ADAL" clId="{1593BA4E-4563-4784-8738-1427A348B029}" dt="2026-07-30T15:58:33.128" v="151" actId="1076"/>
          <ac:picMkLst>
            <pc:docMk/>
            <pc:sldMk cId="0" sldId="261"/>
            <ac:picMk id="12" creationId="{E1B93E70-D97D-FA9F-2E19-6FAE4807E30F}"/>
          </ac:picMkLst>
        </pc:picChg>
      </pc:sldChg>
      <pc:sldChg chg="modSp mod">
        <pc:chgData name="Kana, Cody W" userId="1ae60363-a229-4228-aed9-42361cc39f38" providerId="ADAL" clId="{1593BA4E-4563-4784-8738-1427A348B029}" dt="2026-07-30T14:49:03.586" v="90" actId="20577"/>
        <pc:sldMkLst>
          <pc:docMk/>
          <pc:sldMk cId="0" sldId="262"/>
        </pc:sldMkLst>
        <pc:spChg chg="mod">
          <ac:chgData name="Kana, Cody W" userId="1ae60363-a229-4228-aed9-42361cc39f38" providerId="ADAL" clId="{1593BA4E-4563-4784-8738-1427A348B029}" dt="2026-07-30T14:48:48.252" v="72" actId="20577"/>
          <ac:spMkLst>
            <pc:docMk/>
            <pc:sldMk cId="0" sldId="262"/>
            <ac:spMk id="12" creationId="{00000000-0000-0000-0000-000000000000}"/>
          </ac:spMkLst>
        </pc:spChg>
        <pc:spChg chg="mod">
          <ac:chgData name="Kana, Cody W" userId="1ae60363-a229-4228-aed9-42361cc39f38" providerId="ADAL" clId="{1593BA4E-4563-4784-8738-1427A348B029}" dt="2026-07-30T14:48:51.968" v="76" actId="20577"/>
          <ac:spMkLst>
            <pc:docMk/>
            <pc:sldMk cId="0" sldId="262"/>
            <ac:spMk id="16" creationId="{00000000-0000-0000-0000-000000000000}"/>
          </ac:spMkLst>
        </pc:spChg>
        <pc:spChg chg="mod">
          <ac:chgData name="Kana, Cody W" userId="1ae60363-a229-4228-aed9-42361cc39f38" providerId="ADAL" clId="{1593BA4E-4563-4784-8738-1427A348B029}" dt="2026-07-30T14:48:57.207" v="84" actId="20577"/>
          <ac:spMkLst>
            <pc:docMk/>
            <pc:sldMk cId="0" sldId="262"/>
            <ac:spMk id="20" creationId="{00000000-0000-0000-0000-000000000000}"/>
          </ac:spMkLst>
        </pc:spChg>
        <pc:spChg chg="mod">
          <ac:chgData name="Kana, Cody W" userId="1ae60363-a229-4228-aed9-42361cc39f38" providerId="ADAL" clId="{1593BA4E-4563-4784-8738-1427A348B029}" dt="2026-07-30T14:49:03.586" v="90" actId="20577"/>
          <ac:spMkLst>
            <pc:docMk/>
            <pc:sldMk cId="0" sldId="262"/>
            <ac:spMk id="24" creationId="{00000000-0000-0000-0000-000000000000}"/>
          </ac:spMkLst>
        </pc:spChg>
      </pc:sldChg>
      <pc:sldChg chg="modSp mod">
        <pc:chgData name="Kana, Cody W" userId="1ae60363-a229-4228-aed9-42361cc39f38" providerId="ADAL" clId="{1593BA4E-4563-4784-8738-1427A348B029}" dt="2026-07-30T14:22:30.753" v="48" actId="1076"/>
        <pc:sldMkLst>
          <pc:docMk/>
          <pc:sldMk cId="0" sldId="263"/>
        </pc:sldMkLst>
        <pc:spChg chg="mod">
          <ac:chgData name="Kana, Cody W" userId="1ae60363-a229-4228-aed9-42361cc39f38" providerId="ADAL" clId="{1593BA4E-4563-4784-8738-1427A348B029}" dt="2026-07-30T14:22:30.753" v="48" actId="1076"/>
          <ac:spMkLst>
            <pc:docMk/>
            <pc:sldMk cId="0" sldId="263"/>
            <ac:spMk id="13" creationId="{00000000-0000-0000-0000-000000000000}"/>
          </ac:spMkLst>
        </pc:spChg>
        <pc:spChg chg="mod">
          <ac:chgData name="Kana, Cody W" userId="1ae60363-a229-4228-aed9-42361cc39f38" providerId="ADAL" clId="{1593BA4E-4563-4784-8738-1427A348B029}" dt="2026-07-30T14:05:50.966" v="44" actId="1076"/>
          <ac:spMkLst>
            <pc:docMk/>
            <pc:sldMk cId="0" sldId="263"/>
            <ac:spMk id="21" creationId="{A24FAFD7-3595-B78D-3B59-4F124BB36929}"/>
          </ac:spMkLst>
        </pc:spChg>
      </pc:sldChg>
      <pc:sldChg chg="modNotesTx">
        <pc:chgData name="Kana, Cody W" userId="1ae60363-a229-4228-aed9-42361cc39f38" providerId="ADAL" clId="{1593BA4E-4563-4784-8738-1427A348B029}" dt="2026-07-30T18:54:02.002" v="319" actId="20577"/>
        <pc:sldMkLst>
          <pc:docMk/>
          <pc:sldMk cId="2958232017" sldId="265"/>
        </pc:sldMkLst>
      </pc:sldChg>
    </pc:docChg>
  </pc:docChgLst>
  <pc:docChgLst>
    <pc:chgData name="Blanco, Samantha M" userId="2058907f-bf9e-4aa9-837a-d3b42a4dd501" providerId="ADAL" clId="{F63885E7-6FD1-4502-8F1E-F1DD6AD76CF2}"/>
    <pc:docChg chg="undo redo custSel addSld delSld modSld">
      <pc:chgData name="Blanco, Samantha M" userId="2058907f-bf9e-4aa9-837a-d3b42a4dd501" providerId="ADAL" clId="{F63885E7-6FD1-4502-8F1E-F1DD6AD76CF2}" dt="2026-07-30T19:15:52.664" v="334" actId="20577"/>
      <pc:docMkLst>
        <pc:docMk/>
      </pc:docMkLst>
      <pc:sldChg chg="modSp mod">
        <pc:chgData name="Blanco, Samantha M" userId="2058907f-bf9e-4aa9-837a-d3b42a4dd501" providerId="ADAL" clId="{F63885E7-6FD1-4502-8F1E-F1DD6AD76CF2}" dt="2026-07-30T12:53:11.560" v="50" actId="14100"/>
        <pc:sldMkLst>
          <pc:docMk/>
          <pc:sldMk cId="0" sldId="256"/>
        </pc:sldMkLst>
        <pc:spChg chg="mod">
          <ac:chgData name="Blanco, Samantha M" userId="2058907f-bf9e-4aa9-837a-d3b42a4dd501" providerId="ADAL" clId="{F63885E7-6FD1-4502-8F1E-F1DD6AD76CF2}" dt="2026-07-30T12:53:11.560" v="50" actId="14100"/>
          <ac:spMkLst>
            <pc:docMk/>
            <pc:sldMk cId="0" sldId="256"/>
            <ac:spMk id="14" creationId="{00000000-0000-0000-0000-000000000000}"/>
          </ac:spMkLst>
        </pc:spChg>
        <pc:spChg chg="mod">
          <ac:chgData name="Blanco, Samantha M" userId="2058907f-bf9e-4aa9-837a-d3b42a4dd501" providerId="ADAL" clId="{F63885E7-6FD1-4502-8F1E-F1DD6AD76CF2}" dt="2026-07-30T12:50:05.728" v="44" actId="14100"/>
          <ac:spMkLst>
            <pc:docMk/>
            <pc:sldMk cId="0" sldId="256"/>
            <ac:spMk id="17" creationId="{F982BE06-D8F3-B119-B7A1-2A9FFAD28856}"/>
          </ac:spMkLst>
        </pc:spChg>
      </pc:sldChg>
      <pc:sldChg chg="addSp delSp modSp mod modNotesTx">
        <pc:chgData name="Blanco, Samantha M" userId="2058907f-bf9e-4aa9-837a-d3b42a4dd501" providerId="ADAL" clId="{F63885E7-6FD1-4502-8F1E-F1DD6AD76CF2}" dt="2026-07-30T18:23:54.141" v="294" actId="20577"/>
        <pc:sldMkLst>
          <pc:docMk/>
          <pc:sldMk cId="0" sldId="257"/>
        </pc:sldMkLst>
        <pc:spChg chg="add del mod">
          <ac:chgData name="Blanco, Samantha M" userId="2058907f-bf9e-4aa9-837a-d3b42a4dd501" providerId="ADAL" clId="{F63885E7-6FD1-4502-8F1E-F1DD6AD76CF2}" dt="2026-07-30T12:54:02.705" v="53" actId="478"/>
          <ac:spMkLst>
            <pc:docMk/>
            <pc:sldMk cId="0" sldId="257"/>
            <ac:spMk id="6" creationId="{67C754EB-E81F-E09C-E392-3297F96CD766}"/>
          </ac:spMkLst>
        </pc:spChg>
        <pc:spChg chg="del">
          <ac:chgData name="Blanco, Samantha M" userId="2058907f-bf9e-4aa9-837a-d3b42a4dd501" providerId="ADAL" clId="{F63885E7-6FD1-4502-8F1E-F1DD6AD76CF2}" dt="2026-07-30T12:56:01.473" v="90" actId="478"/>
          <ac:spMkLst>
            <pc:docMk/>
            <pc:sldMk cId="0" sldId="257"/>
            <ac:spMk id="8" creationId="{00000000-0000-0000-0000-000000000000}"/>
          </ac:spMkLst>
        </pc:spChg>
        <pc:spChg chg="del">
          <ac:chgData name="Blanco, Samantha M" userId="2058907f-bf9e-4aa9-837a-d3b42a4dd501" providerId="ADAL" clId="{F63885E7-6FD1-4502-8F1E-F1DD6AD76CF2}" dt="2026-07-30T12:54:36.792" v="57" actId="478"/>
          <ac:spMkLst>
            <pc:docMk/>
            <pc:sldMk cId="0" sldId="257"/>
            <ac:spMk id="10" creationId="{00000000-0000-0000-0000-000000000000}"/>
          </ac:spMkLst>
        </pc:spChg>
        <pc:spChg chg="mod">
          <ac:chgData name="Blanco, Samantha M" userId="2058907f-bf9e-4aa9-837a-d3b42a4dd501" providerId="ADAL" clId="{F63885E7-6FD1-4502-8F1E-F1DD6AD76CF2}" dt="2026-07-30T12:55:38.878" v="69" actId="1076"/>
          <ac:spMkLst>
            <pc:docMk/>
            <pc:sldMk cId="0" sldId="257"/>
            <ac:spMk id="11" creationId="{00000000-0000-0000-0000-000000000000}"/>
          </ac:spMkLst>
        </pc:spChg>
        <pc:spChg chg="mod">
          <ac:chgData name="Blanco, Samantha M" userId="2058907f-bf9e-4aa9-837a-d3b42a4dd501" providerId="ADAL" clId="{F63885E7-6FD1-4502-8F1E-F1DD6AD76CF2}" dt="2026-07-30T12:55:47.361" v="70" actId="1076"/>
          <ac:spMkLst>
            <pc:docMk/>
            <pc:sldMk cId="0" sldId="257"/>
            <ac:spMk id="12" creationId="{00000000-0000-0000-0000-000000000000}"/>
          </ac:spMkLst>
        </pc:spChg>
        <pc:spChg chg="add mod ord">
          <ac:chgData name="Blanco, Samantha M" userId="2058907f-bf9e-4aa9-837a-d3b42a4dd501" providerId="ADAL" clId="{F63885E7-6FD1-4502-8F1E-F1DD6AD76CF2}" dt="2026-07-30T12:55:31.083" v="68" actId="14100"/>
          <ac:spMkLst>
            <pc:docMk/>
            <pc:sldMk cId="0" sldId="257"/>
            <ac:spMk id="13" creationId="{451B3512-56E9-ACEF-60C4-04626D210679}"/>
          </ac:spMkLst>
        </pc:spChg>
        <pc:spChg chg="add mod">
          <ac:chgData name="Blanco, Samantha M" userId="2058907f-bf9e-4aa9-837a-d3b42a4dd501" providerId="ADAL" clId="{F63885E7-6FD1-4502-8F1E-F1DD6AD76CF2}" dt="2026-07-30T12:56:04.437" v="96" actId="20577"/>
          <ac:spMkLst>
            <pc:docMk/>
            <pc:sldMk cId="0" sldId="257"/>
            <ac:spMk id="15" creationId="{1A58D18A-D98F-4DDB-AFE0-51EB18EA2244}"/>
          </ac:spMkLst>
        </pc:spChg>
        <pc:spChg chg="mod">
          <ac:chgData name="Blanco, Samantha M" userId="2058907f-bf9e-4aa9-837a-d3b42a4dd501" providerId="ADAL" clId="{F63885E7-6FD1-4502-8F1E-F1DD6AD76CF2}" dt="2026-07-30T13:03:28.649" v="151" actId="1076"/>
          <ac:spMkLst>
            <pc:docMk/>
            <pc:sldMk cId="0" sldId="257"/>
            <ac:spMk id="16"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19"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22"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25"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28"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31"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34"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37"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40" creationId="{00000000-0000-0000-0000-000000000000}"/>
          </ac:spMkLst>
        </pc:spChg>
        <pc:spChg chg="mod">
          <ac:chgData name="Blanco, Samantha M" userId="2058907f-bf9e-4aa9-837a-d3b42a4dd501" providerId="ADAL" clId="{F63885E7-6FD1-4502-8F1E-F1DD6AD76CF2}" dt="2026-07-30T13:03:28.649" v="151" actId="1076"/>
          <ac:spMkLst>
            <pc:docMk/>
            <pc:sldMk cId="0" sldId="257"/>
            <ac:spMk id="42" creationId="{00000000-0000-0000-0000-000000000000}"/>
          </ac:spMkLst>
        </pc:spChg>
      </pc:sldChg>
      <pc:sldChg chg="del">
        <pc:chgData name="Blanco, Samantha M" userId="2058907f-bf9e-4aa9-837a-d3b42a4dd501" providerId="ADAL" clId="{F63885E7-6FD1-4502-8F1E-F1DD6AD76CF2}" dt="2026-07-30T12:56:22.307" v="97" actId="2696"/>
        <pc:sldMkLst>
          <pc:docMk/>
          <pc:sldMk cId="0" sldId="258"/>
        </pc:sldMkLst>
      </pc:sldChg>
      <pc:sldChg chg="modSp mod modNotesTx">
        <pc:chgData name="Blanco, Samantha M" userId="2058907f-bf9e-4aa9-837a-d3b42a4dd501" providerId="ADAL" clId="{F63885E7-6FD1-4502-8F1E-F1DD6AD76CF2}" dt="2026-07-30T18:57:00.923" v="301" actId="20577"/>
        <pc:sldMkLst>
          <pc:docMk/>
          <pc:sldMk cId="0" sldId="259"/>
        </pc:sldMkLst>
        <pc:spChg chg="mod">
          <ac:chgData name="Blanco, Samantha M" userId="2058907f-bf9e-4aa9-837a-d3b42a4dd501" providerId="ADAL" clId="{F63885E7-6FD1-4502-8F1E-F1DD6AD76CF2}" dt="2026-07-30T14:02:42.110" v="152" actId="113"/>
          <ac:spMkLst>
            <pc:docMk/>
            <pc:sldMk cId="0" sldId="259"/>
            <ac:spMk id="50" creationId="{00000000-0000-0000-0000-000000000000}"/>
          </ac:spMkLst>
        </pc:spChg>
      </pc:sldChg>
      <pc:sldChg chg="modSp del mod">
        <pc:chgData name="Blanco, Samantha M" userId="2058907f-bf9e-4aa9-837a-d3b42a4dd501" providerId="ADAL" clId="{F63885E7-6FD1-4502-8F1E-F1DD6AD76CF2}" dt="2026-07-30T18:11:28.014" v="226" actId="2696"/>
        <pc:sldMkLst>
          <pc:docMk/>
          <pc:sldMk cId="0" sldId="260"/>
        </pc:sldMkLst>
        <pc:spChg chg="mod">
          <ac:chgData name="Blanco, Samantha M" userId="2058907f-bf9e-4aa9-837a-d3b42a4dd501" providerId="ADAL" clId="{F63885E7-6FD1-4502-8F1E-F1DD6AD76CF2}" dt="2026-07-30T12:49:35.535" v="42" actId="1076"/>
          <ac:spMkLst>
            <pc:docMk/>
            <pc:sldMk cId="0" sldId="260"/>
            <ac:spMk id="2" creationId="{00000000-0000-0000-0000-000000000000}"/>
          </ac:spMkLst>
        </pc:spChg>
        <pc:spChg chg="mod">
          <ac:chgData name="Blanco, Samantha M" userId="2058907f-bf9e-4aa9-837a-d3b42a4dd501" providerId="ADAL" clId="{F63885E7-6FD1-4502-8F1E-F1DD6AD76CF2}" dt="2026-07-30T12:49:35.535" v="42" actId="1076"/>
          <ac:spMkLst>
            <pc:docMk/>
            <pc:sldMk cId="0" sldId="260"/>
            <ac:spMk id="3"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4" creationId="{00000000-0000-0000-0000-000000000000}"/>
          </ac:spMkLst>
        </pc:spChg>
        <pc:spChg chg="mod">
          <ac:chgData name="Blanco, Samantha M" userId="2058907f-bf9e-4aa9-837a-d3b42a4dd501" providerId="ADAL" clId="{F63885E7-6FD1-4502-8F1E-F1DD6AD76CF2}" dt="2026-07-30T14:03:04.181" v="153" actId="255"/>
          <ac:spMkLst>
            <pc:docMk/>
            <pc:sldMk cId="0" sldId="260"/>
            <ac:spMk id="8"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13"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14"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15"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16"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17"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21" creationId="{00000000-0000-0000-0000-000000000000}"/>
          </ac:spMkLst>
        </pc:spChg>
        <pc:spChg chg="mod">
          <ac:chgData name="Blanco, Samantha M" userId="2058907f-bf9e-4aa9-837a-d3b42a4dd501" providerId="ADAL" clId="{F63885E7-6FD1-4502-8F1E-F1DD6AD76CF2}" dt="2026-07-30T12:49:34.872" v="41" actId="1076"/>
          <ac:spMkLst>
            <pc:docMk/>
            <pc:sldMk cId="0" sldId="260"/>
            <ac:spMk id="23" creationId="{00000000-0000-0000-0000-000000000000}"/>
          </ac:spMkLst>
        </pc:spChg>
      </pc:sldChg>
      <pc:sldChg chg="addSp delSp modSp mod modNotesTx">
        <pc:chgData name="Blanco, Samantha M" userId="2058907f-bf9e-4aa9-837a-d3b42a4dd501" providerId="ADAL" clId="{F63885E7-6FD1-4502-8F1E-F1DD6AD76CF2}" dt="2026-07-30T19:14:01.856" v="306" actId="20577"/>
        <pc:sldMkLst>
          <pc:docMk/>
          <pc:sldMk cId="0" sldId="262"/>
        </pc:sldMkLst>
        <pc:spChg chg="mod">
          <ac:chgData name="Blanco, Samantha M" userId="2058907f-bf9e-4aa9-837a-d3b42a4dd501" providerId="ADAL" clId="{F63885E7-6FD1-4502-8F1E-F1DD6AD76CF2}" dt="2026-07-30T14:03:26.073" v="158" actId="27636"/>
          <ac:spMkLst>
            <pc:docMk/>
            <pc:sldMk cId="0" sldId="262"/>
            <ac:spMk id="8" creationId="{00000000-0000-0000-0000-000000000000}"/>
          </ac:spMkLst>
        </pc:spChg>
        <pc:spChg chg="ord">
          <ac:chgData name="Blanco, Samantha M" userId="2058907f-bf9e-4aa9-837a-d3b42a4dd501" providerId="ADAL" clId="{F63885E7-6FD1-4502-8F1E-F1DD6AD76CF2}" dt="2026-07-30T12:58:55.982" v="131" actId="167"/>
          <ac:spMkLst>
            <pc:docMk/>
            <pc:sldMk cId="0" sldId="262"/>
            <ac:spMk id="10" creationId="{00000000-0000-0000-0000-000000000000}"/>
          </ac:spMkLst>
        </pc:spChg>
        <pc:spChg chg="del mod">
          <ac:chgData name="Blanco, Samantha M" userId="2058907f-bf9e-4aa9-837a-d3b42a4dd501" providerId="ADAL" clId="{F63885E7-6FD1-4502-8F1E-F1DD6AD76CF2}" dt="2026-07-30T12:58:47.513" v="129" actId="478"/>
          <ac:spMkLst>
            <pc:docMk/>
            <pc:sldMk cId="0" sldId="262"/>
            <ac:spMk id="11" creationId="{00000000-0000-0000-0000-000000000000}"/>
          </ac:spMkLst>
        </pc:spChg>
        <pc:spChg chg="mod">
          <ac:chgData name="Blanco, Samantha M" userId="2058907f-bf9e-4aa9-837a-d3b42a4dd501" providerId="ADAL" clId="{F63885E7-6FD1-4502-8F1E-F1DD6AD76CF2}" dt="2026-07-30T12:47:37.784" v="28" actId="1076"/>
          <ac:spMkLst>
            <pc:docMk/>
            <pc:sldMk cId="0" sldId="262"/>
            <ac:spMk id="15" creationId="{00000000-0000-0000-0000-000000000000}"/>
          </ac:spMkLst>
        </pc:spChg>
        <pc:spChg chg="mod">
          <ac:chgData name="Blanco, Samantha M" userId="2058907f-bf9e-4aa9-837a-d3b42a4dd501" providerId="ADAL" clId="{F63885E7-6FD1-4502-8F1E-F1DD6AD76CF2}" dt="2026-07-30T12:47:57.510" v="38" actId="1076"/>
          <ac:spMkLst>
            <pc:docMk/>
            <pc:sldMk cId="0" sldId="262"/>
            <ac:spMk id="19" creationId="{00000000-0000-0000-0000-000000000000}"/>
          </ac:spMkLst>
        </pc:spChg>
        <pc:spChg chg="add del mod">
          <ac:chgData name="Blanco, Samantha M" userId="2058907f-bf9e-4aa9-837a-d3b42a4dd501" providerId="ADAL" clId="{F63885E7-6FD1-4502-8F1E-F1DD6AD76CF2}" dt="2026-07-30T12:57:24.659" v="114" actId="478"/>
          <ac:spMkLst>
            <pc:docMk/>
            <pc:sldMk cId="0" sldId="262"/>
            <ac:spMk id="23" creationId="{00000000-0000-0000-0000-000000000000}"/>
          </ac:spMkLst>
        </pc:spChg>
        <pc:spChg chg="add mod ord">
          <ac:chgData name="Blanco, Samantha M" userId="2058907f-bf9e-4aa9-837a-d3b42a4dd501" providerId="ADAL" clId="{F63885E7-6FD1-4502-8F1E-F1DD6AD76CF2}" dt="2026-07-30T12:57:56.588" v="120" actId="1076"/>
          <ac:spMkLst>
            <pc:docMk/>
            <pc:sldMk cId="0" sldId="262"/>
            <ac:spMk id="27" creationId="{3C580454-4D8F-1869-CCD4-3F39F6AFA92F}"/>
          </ac:spMkLst>
        </pc:spChg>
        <pc:spChg chg="add mod ord">
          <ac:chgData name="Blanco, Samantha M" userId="2058907f-bf9e-4aa9-837a-d3b42a4dd501" providerId="ADAL" clId="{F63885E7-6FD1-4502-8F1E-F1DD6AD76CF2}" dt="2026-07-30T12:58:37.215" v="125" actId="207"/>
          <ac:spMkLst>
            <pc:docMk/>
            <pc:sldMk cId="0" sldId="262"/>
            <ac:spMk id="29" creationId="{458B097F-4FFC-8E39-EE26-80D0F32D1AAB}"/>
          </ac:spMkLst>
        </pc:spChg>
        <pc:picChg chg="mod">
          <ac:chgData name="Blanco, Samantha M" userId="2058907f-bf9e-4aa9-837a-d3b42a4dd501" providerId="ADAL" clId="{F63885E7-6FD1-4502-8F1E-F1DD6AD76CF2}" dt="2026-07-30T12:58:00.752" v="121" actId="1076"/>
          <ac:picMkLst>
            <pc:docMk/>
            <pc:sldMk cId="0" sldId="262"/>
            <ac:picMk id="36" creationId="{B07E3CB9-42B2-1AC4-1C65-51A713D30BEA}"/>
          </ac:picMkLst>
        </pc:picChg>
        <pc:picChg chg="mod">
          <ac:chgData name="Blanco, Samantha M" userId="2058907f-bf9e-4aa9-837a-d3b42a4dd501" providerId="ADAL" clId="{F63885E7-6FD1-4502-8F1E-F1DD6AD76CF2}" dt="2026-07-30T12:58:51.418" v="130" actId="1076"/>
          <ac:picMkLst>
            <pc:docMk/>
            <pc:sldMk cId="0" sldId="262"/>
            <ac:picMk id="38" creationId="{FC7D4487-62EE-48F6-F1EC-6930C8A56DC5}"/>
          </ac:picMkLst>
        </pc:picChg>
      </pc:sldChg>
      <pc:sldChg chg="addSp delSp modSp mod modNotesTx">
        <pc:chgData name="Blanco, Samantha M" userId="2058907f-bf9e-4aa9-837a-d3b42a4dd501" providerId="ADAL" clId="{F63885E7-6FD1-4502-8F1E-F1DD6AD76CF2}" dt="2026-07-30T19:15:52.664" v="334" actId="20577"/>
        <pc:sldMkLst>
          <pc:docMk/>
          <pc:sldMk cId="0" sldId="263"/>
        </pc:sldMkLst>
        <pc:spChg chg="add mod ord">
          <ac:chgData name="Blanco, Samantha M" userId="2058907f-bf9e-4aa9-837a-d3b42a4dd501" providerId="ADAL" clId="{F63885E7-6FD1-4502-8F1E-F1DD6AD76CF2}" dt="2026-07-30T13:01:43.469" v="136" actId="167"/>
          <ac:spMkLst>
            <pc:docMk/>
            <pc:sldMk cId="0" sldId="263"/>
            <ac:spMk id="6" creationId="{BA8C9342-FE80-E1CC-345A-2AFBF44B7B86}"/>
          </ac:spMkLst>
        </pc:spChg>
        <pc:spChg chg="del">
          <ac:chgData name="Blanco, Samantha M" userId="2058907f-bf9e-4aa9-837a-d3b42a4dd501" providerId="ADAL" clId="{F63885E7-6FD1-4502-8F1E-F1DD6AD76CF2}" dt="2026-07-30T13:02:19.210" v="141" actId="478"/>
          <ac:spMkLst>
            <pc:docMk/>
            <pc:sldMk cId="0" sldId="263"/>
            <ac:spMk id="10" creationId="{00000000-0000-0000-0000-000000000000}"/>
          </ac:spMkLst>
        </pc:spChg>
        <pc:spChg chg="del">
          <ac:chgData name="Blanco, Samantha M" userId="2058907f-bf9e-4aa9-837a-d3b42a4dd501" providerId="ADAL" clId="{F63885E7-6FD1-4502-8F1E-F1DD6AD76CF2}" dt="2026-07-30T13:01:40.137" v="135" actId="478"/>
          <ac:spMkLst>
            <pc:docMk/>
            <pc:sldMk cId="0" sldId="263"/>
            <ac:spMk id="17" creationId="{00000000-0000-0000-0000-000000000000}"/>
          </ac:spMkLst>
        </pc:spChg>
        <pc:spChg chg="mod">
          <ac:chgData name="Blanco, Samantha M" userId="2058907f-bf9e-4aa9-837a-d3b42a4dd501" providerId="ADAL" clId="{F63885E7-6FD1-4502-8F1E-F1DD6AD76CF2}" dt="2026-07-30T13:02:40.952" v="150" actId="20577"/>
          <ac:spMkLst>
            <pc:docMk/>
            <pc:sldMk cId="0" sldId="263"/>
            <ac:spMk id="19" creationId="{8A64C175-CDFE-A48E-A5BA-4393483D8E68}"/>
          </ac:spMkLst>
        </pc:spChg>
        <pc:spChg chg="add mod ord">
          <ac:chgData name="Blanco, Samantha M" userId="2058907f-bf9e-4aa9-837a-d3b42a4dd501" providerId="ADAL" clId="{F63885E7-6FD1-4502-8F1E-F1DD6AD76CF2}" dt="2026-07-30T13:02:33.469" v="144" actId="1076"/>
          <ac:spMkLst>
            <pc:docMk/>
            <pc:sldMk cId="0" sldId="263"/>
            <ac:spMk id="22" creationId="{2998CEF3-A0AF-6307-5EDB-E550D030D745}"/>
          </ac:spMkLst>
        </pc:spChg>
      </pc:sldChg>
      <pc:sldChg chg="modSp mod">
        <pc:chgData name="Blanco, Samantha M" userId="2058907f-bf9e-4aa9-837a-d3b42a4dd501" providerId="ADAL" clId="{F63885E7-6FD1-4502-8F1E-F1DD6AD76CF2}" dt="2026-07-30T14:03:16.166" v="154" actId="255"/>
        <pc:sldMkLst>
          <pc:docMk/>
          <pc:sldMk cId="1723135768" sldId="264"/>
        </pc:sldMkLst>
        <pc:spChg chg="mod">
          <ac:chgData name="Blanco, Samantha M" userId="2058907f-bf9e-4aa9-837a-d3b42a4dd501" providerId="ADAL" clId="{F63885E7-6FD1-4502-8F1E-F1DD6AD76CF2}" dt="2026-07-30T14:03:16.166" v="154" actId="255"/>
          <ac:spMkLst>
            <pc:docMk/>
            <pc:sldMk cId="1723135768" sldId="264"/>
            <ac:spMk id="8" creationId="{B502AA73-7AB2-7BE0-4B5F-5ABE3CD8334A}"/>
          </ac:spMkLst>
        </pc:spChg>
      </pc:sldChg>
      <pc:sldChg chg="delSp modSp add mod">
        <pc:chgData name="Blanco, Samantha M" userId="2058907f-bf9e-4aa9-837a-d3b42a4dd501" providerId="ADAL" clId="{F63885E7-6FD1-4502-8F1E-F1DD6AD76CF2}" dt="2026-07-30T18:21:41.720" v="246" actId="20577"/>
        <pc:sldMkLst>
          <pc:docMk/>
          <pc:sldMk cId="2958232017" sldId="265"/>
        </pc:sldMkLst>
        <pc:spChg chg="mod">
          <ac:chgData name="Blanco, Samantha M" userId="2058907f-bf9e-4aa9-837a-d3b42a4dd501" providerId="ADAL" clId="{F63885E7-6FD1-4502-8F1E-F1DD6AD76CF2}" dt="2026-07-30T18:06:24.722" v="201" actId="1076"/>
          <ac:spMkLst>
            <pc:docMk/>
            <pc:sldMk cId="2958232017" sldId="265"/>
            <ac:spMk id="4" creationId="{00000000-0000-0000-0000-000000000000}"/>
          </ac:spMkLst>
        </pc:spChg>
        <pc:spChg chg="mod">
          <ac:chgData name="Blanco, Samantha M" userId="2058907f-bf9e-4aa9-837a-d3b42a4dd501" providerId="ADAL" clId="{F63885E7-6FD1-4502-8F1E-F1DD6AD76CF2}" dt="2026-07-30T18:06:31.806" v="202" actId="1076"/>
          <ac:spMkLst>
            <pc:docMk/>
            <pc:sldMk cId="2958232017" sldId="265"/>
            <ac:spMk id="5" creationId="{00000000-0000-0000-0000-000000000000}"/>
          </ac:spMkLst>
        </pc:spChg>
        <pc:spChg chg="mod">
          <ac:chgData name="Blanco, Samantha M" userId="2058907f-bf9e-4aa9-837a-d3b42a4dd501" providerId="ADAL" clId="{F63885E7-6FD1-4502-8F1E-F1DD6AD76CF2}" dt="2026-07-30T18:06:42.500" v="203" actId="1076"/>
          <ac:spMkLst>
            <pc:docMk/>
            <pc:sldMk cId="2958232017" sldId="265"/>
            <ac:spMk id="8" creationId="{00000000-0000-0000-0000-000000000000}"/>
          </ac:spMkLst>
        </pc:spChg>
        <pc:spChg chg="mod">
          <ac:chgData name="Blanco, Samantha M" userId="2058907f-bf9e-4aa9-837a-d3b42a4dd501" providerId="ADAL" clId="{F63885E7-6FD1-4502-8F1E-F1DD6AD76CF2}" dt="2026-07-30T18:10:57.143" v="221" actId="1076"/>
          <ac:spMkLst>
            <pc:docMk/>
            <pc:sldMk cId="2958232017" sldId="265"/>
            <ac:spMk id="12" creationId="{00000000-0000-0000-0000-000000000000}"/>
          </ac:spMkLst>
        </pc:spChg>
        <pc:spChg chg="mod">
          <ac:chgData name="Blanco, Samantha M" userId="2058907f-bf9e-4aa9-837a-d3b42a4dd501" providerId="ADAL" clId="{F63885E7-6FD1-4502-8F1E-F1DD6AD76CF2}" dt="2026-07-30T18:10:57.143" v="221" actId="1076"/>
          <ac:spMkLst>
            <pc:docMk/>
            <pc:sldMk cId="2958232017" sldId="265"/>
            <ac:spMk id="13" creationId="{00000000-0000-0000-0000-000000000000}"/>
          </ac:spMkLst>
        </pc:spChg>
        <pc:spChg chg="del mod">
          <ac:chgData name="Blanco, Samantha M" userId="2058907f-bf9e-4aa9-837a-d3b42a4dd501" providerId="ADAL" clId="{F63885E7-6FD1-4502-8F1E-F1DD6AD76CF2}" dt="2026-07-30T18:09:26.558" v="211" actId="478"/>
          <ac:spMkLst>
            <pc:docMk/>
            <pc:sldMk cId="2958232017" sldId="265"/>
            <ac:spMk id="14" creationId="{00000000-0000-0000-0000-000000000000}"/>
          </ac:spMkLst>
        </pc:spChg>
        <pc:spChg chg="mod">
          <ac:chgData name="Blanco, Samantha M" userId="2058907f-bf9e-4aa9-837a-d3b42a4dd501" providerId="ADAL" clId="{F63885E7-6FD1-4502-8F1E-F1DD6AD76CF2}" dt="2026-07-30T18:10:52.142" v="220" actId="1076"/>
          <ac:spMkLst>
            <pc:docMk/>
            <pc:sldMk cId="2958232017" sldId="265"/>
            <ac:spMk id="15" creationId="{00000000-0000-0000-0000-000000000000}"/>
          </ac:spMkLst>
        </pc:spChg>
        <pc:spChg chg="mod">
          <ac:chgData name="Blanco, Samantha M" userId="2058907f-bf9e-4aa9-837a-d3b42a4dd501" providerId="ADAL" clId="{F63885E7-6FD1-4502-8F1E-F1DD6AD76CF2}" dt="2026-07-30T18:10:52.142" v="220" actId="1076"/>
          <ac:spMkLst>
            <pc:docMk/>
            <pc:sldMk cId="2958232017" sldId="265"/>
            <ac:spMk id="16" creationId="{00000000-0000-0000-0000-000000000000}"/>
          </ac:spMkLst>
        </pc:spChg>
        <pc:spChg chg="del mod">
          <ac:chgData name="Blanco, Samantha M" userId="2058907f-bf9e-4aa9-837a-d3b42a4dd501" providerId="ADAL" clId="{F63885E7-6FD1-4502-8F1E-F1DD6AD76CF2}" dt="2026-07-30T18:09:28.921" v="212" actId="478"/>
          <ac:spMkLst>
            <pc:docMk/>
            <pc:sldMk cId="2958232017" sldId="265"/>
            <ac:spMk id="17" creationId="{00000000-0000-0000-0000-000000000000}"/>
          </ac:spMkLst>
        </pc:spChg>
        <pc:spChg chg="mod">
          <ac:chgData name="Blanco, Samantha M" userId="2058907f-bf9e-4aa9-837a-d3b42a4dd501" providerId="ADAL" clId="{F63885E7-6FD1-4502-8F1E-F1DD6AD76CF2}" dt="2026-07-30T18:11:01.567" v="222" actId="1076"/>
          <ac:spMkLst>
            <pc:docMk/>
            <pc:sldMk cId="2958232017" sldId="265"/>
            <ac:spMk id="18" creationId="{00000000-0000-0000-0000-000000000000}"/>
          </ac:spMkLst>
        </pc:spChg>
        <pc:spChg chg="mod">
          <ac:chgData name="Blanco, Samantha M" userId="2058907f-bf9e-4aa9-837a-d3b42a4dd501" providerId="ADAL" clId="{F63885E7-6FD1-4502-8F1E-F1DD6AD76CF2}" dt="2026-07-30T18:11:09.935" v="223" actId="1076"/>
          <ac:spMkLst>
            <pc:docMk/>
            <pc:sldMk cId="2958232017" sldId="265"/>
            <ac:spMk id="19" creationId="{00000000-0000-0000-0000-000000000000}"/>
          </ac:spMkLst>
        </pc:spChg>
        <pc:spChg chg="del mod">
          <ac:chgData name="Blanco, Samantha M" userId="2058907f-bf9e-4aa9-837a-d3b42a4dd501" providerId="ADAL" clId="{F63885E7-6FD1-4502-8F1E-F1DD6AD76CF2}" dt="2026-07-30T18:09:31.073" v="213" actId="478"/>
          <ac:spMkLst>
            <pc:docMk/>
            <pc:sldMk cId="2958232017" sldId="265"/>
            <ac:spMk id="20" creationId="{00000000-0000-0000-0000-000000000000}"/>
          </ac:spMkLst>
        </pc:spChg>
        <pc:spChg chg="mod">
          <ac:chgData name="Blanco, Samantha M" userId="2058907f-bf9e-4aa9-837a-d3b42a4dd501" providerId="ADAL" clId="{F63885E7-6FD1-4502-8F1E-F1DD6AD76CF2}" dt="2026-07-30T18:11:14.679" v="224" actId="1076"/>
          <ac:spMkLst>
            <pc:docMk/>
            <pc:sldMk cId="2958232017" sldId="265"/>
            <ac:spMk id="21" creationId="{00000000-0000-0000-0000-000000000000}"/>
          </ac:spMkLst>
        </pc:spChg>
        <pc:spChg chg="mod">
          <ac:chgData name="Blanco, Samantha M" userId="2058907f-bf9e-4aa9-837a-d3b42a4dd501" providerId="ADAL" clId="{F63885E7-6FD1-4502-8F1E-F1DD6AD76CF2}" dt="2026-07-30T18:21:41.720" v="246" actId="20577"/>
          <ac:spMkLst>
            <pc:docMk/>
            <pc:sldMk cId="2958232017" sldId="265"/>
            <ac:spMk id="22" creationId="{00000000-0000-0000-0000-000000000000}"/>
          </ac:spMkLst>
        </pc:spChg>
        <pc:spChg chg="del mod">
          <ac:chgData name="Blanco, Samantha M" userId="2058907f-bf9e-4aa9-837a-d3b42a4dd501" providerId="ADAL" clId="{F63885E7-6FD1-4502-8F1E-F1DD6AD76CF2}" dt="2026-07-30T18:09:34.350" v="214" actId="478"/>
          <ac:spMkLst>
            <pc:docMk/>
            <pc:sldMk cId="2958232017" sldId="265"/>
            <ac:spMk id="23" creationId="{00000000-0000-0000-0000-000000000000}"/>
          </ac:spMkLst>
        </pc:spChg>
        <pc:picChg chg="mod">
          <ac:chgData name="Blanco, Samantha M" userId="2058907f-bf9e-4aa9-837a-d3b42a4dd501" providerId="ADAL" clId="{F63885E7-6FD1-4502-8F1E-F1DD6AD76CF2}" dt="2026-07-30T18:11:55.355" v="227" actId="1076"/>
          <ac:picMkLst>
            <pc:docMk/>
            <pc:sldMk cId="2958232017" sldId="265"/>
            <ac:picMk id="25" creationId="{8D273C59-C280-510F-1716-AF289DFDDEC9}"/>
          </ac:picMkLst>
        </pc:picChg>
      </pc:sldChg>
    </pc:docChg>
  </pc:docChgLst>
  <pc:docChgLst>
    <pc:chgData name="Gonzalez, Matthew" userId="S::matthew.gonzalez@aramcoamericas.com::6378b3f8-e5be-4049-88d8-51e277d94a9d" providerId="AD" clId="Web-{F046C9A2-CB41-7C50-54C6-A02A2ED6D56A}"/>
    <pc:docChg chg="addSld delSld modSld sldOrd">
      <pc:chgData name="Gonzalez, Matthew" userId="S::matthew.gonzalez@aramcoamericas.com::6378b3f8-e5be-4049-88d8-51e277d94a9d" providerId="AD" clId="Web-{F046C9A2-CB41-7C50-54C6-A02A2ED6D56A}" dt="2026-07-30T19:39:48.347" v="54"/>
      <pc:docMkLst>
        <pc:docMk/>
      </pc:docMkLst>
      <pc:sldChg chg="modSp">
        <pc:chgData name="Gonzalez, Matthew" userId="S::matthew.gonzalez@aramcoamericas.com::6378b3f8-e5be-4049-88d8-51e277d94a9d" providerId="AD" clId="Web-{F046C9A2-CB41-7C50-54C6-A02A2ED6D56A}" dt="2026-07-30T17:55:35.890" v="9" actId="14100"/>
        <pc:sldMkLst>
          <pc:docMk/>
          <pc:sldMk cId="0" sldId="257"/>
        </pc:sldMkLst>
        <pc:spChg chg="mod">
          <ac:chgData name="Gonzalez, Matthew" userId="S::matthew.gonzalez@aramcoamericas.com::6378b3f8-e5be-4049-88d8-51e277d94a9d" providerId="AD" clId="Web-{F046C9A2-CB41-7C50-54C6-A02A2ED6D56A}" dt="2026-07-30T17:55:03.108" v="3" actId="20577"/>
          <ac:spMkLst>
            <pc:docMk/>
            <pc:sldMk cId="0" sldId="257"/>
            <ac:spMk id="11" creationId="{00000000-0000-0000-0000-000000000000}"/>
          </ac:spMkLst>
        </pc:spChg>
        <pc:spChg chg="mod">
          <ac:chgData name="Gonzalez, Matthew" userId="S::matthew.gonzalez@aramcoamericas.com::6378b3f8-e5be-4049-88d8-51e277d94a9d" providerId="AD" clId="Web-{F046C9A2-CB41-7C50-54C6-A02A2ED6D56A}" dt="2026-07-30T17:55:35.890" v="9" actId="14100"/>
          <ac:spMkLst>
            <pc:docMk/>
            <pc:sldMk cId="0" sldId="257"/>
            <ac:spMk id="13" creationId="{451B3512-56E9-ACEF-60C4-04626D210679}"/>
          </ac:spMkLst>
        </pc:spChg>
        <pc:spChg chg="mod">
          <ac:chgData name="Gonzalez, Matthew" userId="S::matthew.gonzalez@aramcoamericas.com::6378b3f8-e5be-4049-88d8-51e277d94a9d" providerId="AD" clId="Web-{F046C9A2-CB41-7C50-54C6-A02A2ED6D56A}" dt="2026-07-30T17:55:35.890" v="8" actId="14100"/>
          <ac:spMkLst>
            <pc:docMk/>
            <pc:sldMk cId="0" sldId="257"/>
            <ac:spMk id="15" creationId="{1A58D18A-D98F-4DDB-AFE0-51EB18EA2244}"/>
          </ac:spMkLst>
        </pc:spChg>
      </pc:sldChg>
      <pc:sldChg chg="modNotes">
        <pc:chgData name="Gonzalez, Matthew" userId="S::matthew.gonzalez@aramcoamericas.com::6378b3f8-e5be-4049-88d8-51e277d94a9d" providerId="AD" clId="Web-{F046C9A2-CB41-7C50-54C6-A02A2ED6D56A}" dt="2026-07-30T18:56:59.161" v="48"/>
        <pc:sldMkLst>
          <pc:docMk/>
          <pc:sldMk cId="0" sldId="259"/>
        </pc:sldMkLst>
      </pc:sldChg>
      <pc:sldChg chg="addSp delSp modSp add ord addAnim">
        <pc:chgData name="Gonzalez, Matthew" userId="S::matthew.gonzalez@aramcoamericas.com::6378b3f8-e5be-4049-88d8-51e277d94a9d" providerId="AD" clId="Web-{F046C9A2-CB41-7C50-54C6-A02A2ED6D56A}" dt="2026-07-30T18:01:30.345" v="36" actId="1076"/>
        <pc:sldMkLst>
          <pc:docMk/>
          <pc:sldMk cId="0" sldId="260"/>
        </pc:sldMkLst>
        <pc:spChg chg="del">
          <ac:chgData name="Gonzalez, Matthew" userId="S::matthew.gonzalez@aramcoamericas.com::6378b3f8-e5be-4049-88d8-51e277d94a9d" providerId="AD" clId="Web-{F046C9A2-CB41-7C50-54C6-A02A2ED6D56A}" dt="2026-07-30T18:01:24.205" v="34"/>
          <ac:spMkLst>
            <pc:docMk/>
            <pc:sldMk cId="0" sldId="260"/>
            <ac:spMk id="6" creationId="{00000000-0000-0000-0000-000000000000}"/>
          </ac:spMkLst>
        </pc:spChg>
        <pc:spChg chg="mod">
          <ac:chgData name="Gonzalez, Matthew" userId="S::matthew.gonzalez@aramcoamericas.com::6378b3f8-e5be-4049-88d8-51e277d94a9d" providerId="AD" clId="Web-{F046C9A2-CB41-7C50-54C6-A02A2ED6D56A}" dt="2026-07-30T18:01:14.627" v="32" actId="1076"/>
          <ac:spMkLst>
            <pc:docMk/>
            <pc:sldMk cId="0" sldId="260"/>
            <ac:spMk id="7" creationId="{00000000-0000-0000-0000-000000000000}"/>
          </ac:spMkLst>
        </pc:spChg>
        <pc:spChg chg="mod">
          <ac:chgData name="Gonzalez, Matthew" userId="S::matthew.gonzalez@aramcoamericas.com::6378b3f8-e5be-4049-88d8-51e277d94a9d" providerId="AD" clId="Web-{F046C9A2-CB41-7C50-54C6-A02A2ED6D56A}" dt="2026-07-30T18:01:17.595" v="33" actId="1076"/>
          <ac:spMkLst>
            <pc:docMk/>
            <pc:sldMk cId="0" sldId="260"/>
            <ac:spMk id="8" creationId="{00000000-0000-0000-0000-000000000000}"/>
          </ac:spMkLst>
        </pc:spChg>
        <pc:spChg chg="del">
          <ac:chgData name="Gonzalez, Matthew" userId="S::matthew.gonzalez@aramcoamericas.com::6378b3f8-e5be-4049-88d8-51e277d94a9d" providerId="AD" clId="Web-{F046C9A2-CB41-7C50-54C6-A02A2ED6D56A}" dt="2026-07-30T18:00:43.533" v="14"/>
          <ac:spMkLst>
            <pc:docMk/>
            <pc:sldMk cId="0" sldId="260"/>
            <ac:spMk id="10" creationId="{00000000-0000-0000-0000-000000000000}"/>
          </ac:spMkLst>
        </pc:spChg>
        <pc:spChg chg="mod">
          <ac:chgData name="Gonzalez, Matthew" userId="S::matthew.gonzalez@aramcoamericas.com::6378b3f8-e5be-4049-88d8-51e277d94a9d" providerId="AD" clId="Web-{F046C9A2-CB41-7C50-54C6-A02A2ED6D56A}" dt="2026-07-30T18:01:01.970" v="17" actId="1076"/>
          <ac:spMkLst>
            <pc:docMk/>
            <pc:sldMk cId="0" sldId="260"/>
            <ac:spMk id="12" creationId="{00000000-0000-0000-0000-000000000000}"/>
          </ac:spMkLst>
        </pc:spChg>
        <pc:spChg chg="mod">
          <ac:chgData name="Gonzalez, Matthew" userId="S::matthew.gonzalez@aramcoamericas.com::6378b3f8-e5be-4049-88d8-51e277d94a9d" providerId="AD" clId="Web-{F046C9A2-CB41-7C50-54C6-A02A2ED6D56A}" dt="2026-07-30T18:01:01.986" v="18" actId="1076"/>
          <ac:spMkLst>
            <pc:docMk/>
            <pc:sldMk cId="0" sldId="260"/>
            <ac:spMk id="13" creationId="{00000000-0000-0000-0000-000000000000}"/>
          </ac:spMkLst>
        </pc:spChg>
        <pc:spChg chg="mod">
          <ac:chgData name="Gonzalez, Matthew" userId="S::matthew.gonzalez@aramcoamericas.com::6378b3f8-e5be-4049-88d8-51e277d94a9d" providerId="AD" clId="Web-{F046C9A2-CB41-7C50-54C6-A02A2ED6D56A}" dt="2026-07-30T18:01:02.001" v="19" actId="1076"/>
          <ac:spMkLst>
            <pc:docMk/>
            <pc:sldMk cId="0" sldId="260"/>
            <ac:spMk id="14" creationId="{00000000-0000-0000-0000-000000000000}"/>
          </ac:spMkLst>
        </pc:spChg>
        <pc:spChg chg="mod">
          <ac:chgData name="Gonzalez, Matthew" userId="S::matthew.gonzalez@aramcoamericas.com::6378b3f8-e5be-4049-88d8-51e277d94a9d" providerId="AD" clId="Web-{F046C9A2-CB41-7C50-54C6-A02A2ED6D56A}" dt="2026-07-30T18:01:02.001" v="20" actId="1076"/>
          <ac:spMkLst>
            <pc:docMk/>
            <pc:sldMk cId="0" sldId="260"/>
            <ac:spMk id="15" creationId="{00000000-0000-0000-0000-000000000000}"/>
          </ac:spMkLst>
        </pc:spChg>
        <pc:spChg chg="mod">
          <ac:chgData name="Gonzalez, Matthew" userId="S::matthew.gonzalez@aramcoamericas.com::6378b3f8-e5be-4049-88d8-51e277d94a9d" providerId="AD" clId="Web-{F046C9A2-CB41-7C50-54C6-A02A2ED6D56A}" dt="2026-07-30T18:01:02.017" v="21" actId="1076"/>
          <ac:spMkLst>
            <pc:docMk/>
            <pc:sldMk cId="0" sldId="260"/>
            <ac:spMk id="16" creationId="{00000000-0000-0000-0000-000000000000}"/>
          </ac:spMkLst>
        </pc:spChg>
        <pc:spChg chg="mod">
          <ac:chgData name="Gonzalez, Matthew" userId="S::matthew.gonzalez@aramcoamericas.com::6378b3f8-e5be-4049-88d8-51e277d94a9d" providerId="AD" clId="Web-{F046C9A2-CB41-7C50-54C6-A02A2ED6D56A}" dt="2026-07-30T18:01:02.033" v="22" actId="1076"/>
          <ac:spMkLst>
            <pc:docMk/>
            <pc:sldMk cId="0" sldId="260"/>
            <ac:spMk id="17" creationId="{00000000-0000-0000-0000-000000000000}"/>
          </ac:spMkLst>
        </pc:spChg>
        <pc:spChg chg="mod">
          <ac:chgData name="Gonzalez, Matthew" userId="S::matthew.gonzalez@aramcoamericas.com::6378b3f8-e5be-4049-88d8-51e277d94a9d" providerId="AD" clId="Web-{F046C9A2-CB41-7C50-54C6-A02A2ED6D56A}" dt="2026-07-30T18:01:02.033" v="23" actId="1076"/>
          <ac:spMkLst>
            <pc:docMk/>
            <pc:sldMk cId="0" sldId="260"/>
            <ac:spMk id="18" creationId="{00000000-0000-0000-0000-000000000000}"/>
          </ac:spMkLst>
        </pc:spChg>
        <pc:spChg chg="mod">
          <ac:chgData name="Gonzalez, Matthew" userId="S::matthew.gonzalez@aramcoamericas.com::6378b3f8-e5be-4049-88d8-51e277d94a9d" providerId="AD" clId="Web-{F046C9A2-CB41-7C50-54C6-A02A2ED6D56A}" dt="2026-07-30T18:01:02.048" v="24" actId="1076"/>
          <ac:spMkLst>
            <pc:docMk/>
            <pc:sldMk cId="0" sldId="260"/>
            <ac:spMk id="19" creationId="{00000000-0000-0000-0000-000000000000}"/>
          </ac:spMkLst>
        </pc:spChg>
        <pc:spChg chg="mod">
          <ac:chgData name="Gonzalez, Matthew" userId="S::matthew.gonzalez@aramcoamericas.com::6378b3f8-e5be-4049-88d8-51e277d94a9d" providerId="AD" clId="Web-{F046C9A2-CB41-7C50-54C6-A02A2ED6D56A}" dt="2026-07-30T18:01:02.048" v="25" actId="1076"/>
          <ac:spMkLst>
            <pc:docMk/>
            <pc:sldMk cId="0" sldId="260"/>
            <ac:spMk id="20" creationId="{00000000-0000-0000-0000-000000000000}"/>
          </ac:spMkLst>
        </pc:spChg>
        <pc:spChg chg="mod">
          <ac:chgData name="Gonzalez, Matthew" userId="S::matthew.gonzalez@aramcoamericas.com::6378b3f8-e5be-4049-88d8-51e277d94a9d" providerId="AD" clId="Web-{F046C9A2-CB41-7C50-54C6-A02A2ED6D56A}" dt="2026-07-30T18:01:02.064" v="26" actId="1076"/>
          <ac:spMkLst>
            <pc:docMk/>
            <pc:sldMk cId="0" sldId="260"/>
            <ac:spMk id="21" creationId="{00000000-0000-0000-0000-000000000000}"/>
          </ac:spMkLst>
        </pc:spChg>
        <pc:spChg chg="mod">
          <ac:chgData name="Gonzalez, Matthew" userId="S::matthew.gonzalez@aramcoamericas.com::6378b3f8-e5be-4049-88d8-51e277d94a9d" providerId="AD" clId="Web-{F046C9A2-CB41-7C50-54C6-A02A2ED6D56A}" dt="2026-07-30T18:01:02.080" v="27" actId="1076"/>
          <ac:spMkLst>
            <pc:docMk/>
            <pc:sldMk cId="0" sldId="260"/>
            <ac:spMk id="22" creationId="{00000000-0000-0000-0000-000000000000}"/>
          </ac:spMkLst>
        </pc:spChg>
        <pc:spChg chg="mod">
          <ac:chgData name="Gonzalez, Matthew" userId="S::matthew.gonzalez@aramcoamericas.com::6378b3f8-e5be-4049-88d8-51e277d94a9d" providerId="AD" clId="Web-{F046C9A2-CB41-7C50-54C6-A02A2ED6D56A}" dt="2026-07-30T18:01:02.080" v="28" actId="1076"/>
          <ac:spMkLst>
            <pc:docMk/>
            <pc:sldMk cId="0" sldId="260"/>
            <ac:spMk id="23" creationId="{00000000-0000-0000-0000-000000000000}"/>
          </ac:spMkLst>
        </pc:spChg>
        <pc:picChg chg="del">
          <ac:chgData name="Gonzalez, Matthew" userId="S::matthew.gonzalez@aramcoamericas.com::6378b3f8-e5be-4049-88d8-51e277d94a9d" providerId="AD" clId="Web-{F046C9A2-CB41-7C50-54C6-A02A2ED6D56A}" dt="2026-07-30T18:00:36.423" v="12"/>
          <ac:picMkLst>
            <pc:docMk/>
            <pc:sldMk cId="0" sldId="260"/>
            <ac:picMk id="11" creationId="{00000000-0000-0000-0000-000000000000}"/>
          </ac:picMkLst>
        </pc:picChg>
        <pc:picChg chg="add mod">
          <ac:chgData name="Gonzalez, Matthew" userId="S::matthew.gonzalez@aramcoamericas.com::6378b3f8-e5be-4049-88d8-51e277d94a9d" providerId="AD" clId="Web-{F046C9A2-CB41-7C50-54C6-A02A2ED6D56A}" dt="2026-07-30T18:01:30.345" v="36" actId="1076"/>
          <ac:picMkLst>
            <pc:docMk/>
            <pc:sldMk cId="0" sldId="260"/>
            <ac:picMk id="25" creationId="{8D273C59-C280-510F-1716-AF289DFDDEC9}"/>
          </ac:picMkLst>
        </pc:picChg>
      </pc:sldChg>
      <pc:sldChg chg="del">
        <pc:chgData name="Gonzalez, Matthew" userId="S::matthew.gonzalez@aramcoamericas.com::6378b3f8-e5be-4049-88d8-51e277d94a9d" providerId="AD" clId="Web-{F046C9A2-CB41-7C50-54C6-A02A2ED6D56A}" dt="2026-07-30T18:11:56.897" v="38"/>
        <pc:sldMkLst>
          <pc:docMk/>
          <pc:sldMk cId="1723135768" sldId="264"/>
        </pc:sldMkLst>
      </pc:sldChg>
      <pc:sldChg chg="modSp modNotes">
        <pc:chgData name="Gonzalez, Matthew" userId="S::matthew.gonzalez@aramcoamericas.com::6378b3f8-e5be-4049-88d8-51e277d94a9d" providerId="AD" clId="Web-{F046C9A2-CB41-7C50-54C6-A02A2ED6D56A}" dt="2026-07-30T19:39:48.347" v="54"/>
        <pc:sldMkLst>
          <pc:docMk/>
          <pc:sldMk cId="2958232017" sldId="265"/>
        </pc:sldMkLst>
        <pc:spChg chg="mod">
          <ac:chgData name="Gonzalez, Matthew" userId="S::matthew.gonzalez@aramcoamericas.com::6378b3f8-e5be-4049-88d8-51e277d94a9d" providerId="AD" clId="Web-{F046C9A2-CB41-7C50-54C6-A02A2ED6D56A}" dt="2026-07-30T19:39:48.347" v="54"/>
          <ac:spMkLst>
            <pc:docMk/>
            <pc:sldMk cId="2958232017" sldId="265"/>
            <ac:spMk id="12"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13"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15"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16"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18"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19"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21" creationId="{00000000-0000-0000-0000-000000000000}"/>
          </ac:spMkLst>
        </pc:spChg>
        <pc:spChg chg="mod">
          <ac:chgData name="Gonzalez, Matthew" userId="S::matthew.gonzalez@aramcoamericas.com::6378b3f8-e5be-4049-88d8-51e277d94a9d" providerId="AD" clId="Web-{F046C9A2-CB41-7C50-54C6-A02A2ED6D56A}" dt="2026-07-30T19:39:48.347" v="54"/>
          <ac:spMkLst>
            <pc:docMk/>
            <pc:sldMk cId="2958232017" sldId="265"/>
            <ac:spMk id="22" creationId="{00000000-0000-0000-0000-000000000000}"/>
          </ac:spMkLst>
        </pc:spChg>
      </pc:sldChg>
    </pc:docChg>
  </pc:docChgLst>
  <pc:docChgLst>
    <pc:chgData name="Khatri, Aarti Krishan" userId="S::aartikrishan.khatri@aramcoamericas.com::d6113156-16e4-4ab1-a2fc-70726e7b4afd" providerId="AD" clId="Web-{B6752233-00BD-C30B-52E8-FA4BA17A807F}"/>
    <pc:docChg chg="addSld modSld">
      <pc:chgData name="Khatri, Aarti Krishan" userId="S::aartikrishan.khatri@aramcoamericas.com::d6113156-16e4-4ab1-a2fc-70726e7b4afd" providerId="AD" clId="Web-{B6752233-00BD-C30B-52E8-FA4BA17A807F}" dt="2026-07-29T22:16:29.028" v="20" actId="1076"/>
      <pc:docMkLst>
        <pc:docMk/>
      </pc:docMkLst>
      <pc:sldChg chg="addSp delSp modSp add replId addAnim">
        <pc:chgData name="Khatri, Aarti Krishan" userId="S::aartikrishan.khatri@aramcoamericas.com::d6113156-16e4-4ab1-a2fc-70726e7b4afd" providerId="AD" clId="Web-{B6752233-00BD-C30B-52E8-FA4BA17A807F}" dt="2026-07-29T22:16:29.028" v="20" actId="1076"/>
        <pc:sldMkLst>
          <pc:docMk/>
          <pc:sldMk cId="1723135768" sldId="264"/>
        </pc:sldMkLst>
        <pc:spChg chg="del">
          <ac:chgData name="Khatri, Aarti Krishan" userId="S::aartikrishan.khatri@aramcoamericas.com::d6113156-16e4-4ab1-a2fc-70726e7b4afd" providerId="AD" clId="Web-{B6752233-00BD-C30B-52E8-FA4BA17A807F}" dt="2026-07-29T22:15:49.981" v="14"/>
          <ac:spMkLst>
            <pc:docMk/>
            <pc:sldMk cId="1723135768" sldId="264"/>
            <ac:spMk id="10" creationId="{5EA50B22-EC5F-9782-380B-4379207DDFD0}"/>
          </ac:spMkLst>
        </pc:spChg>
        <pc:spChg chg="del">
          <ac:chgData name="Khatri, Aarti Krishan" userId="S::aartikrishan.khatri@aramcoamericas.com::d6113156-16e4-4ab1-a2fc-70726e7b4afd" providerId="AD" clId="Web-{B6752233-00BD-C30B-52E8-FA4BA17A807F}" dt="2026-07-29T22:15:49.981" v="12"/>
          <ac:spMkLst>
            <pc:docMk/>
            <pc:sldMk cId="1723135768" sldId="264"/>
            <ac:spMk id="12" creationId="{B3D3DE19-A5FB-2CC6-FFA9-CB4ADCE3F8D6}"/>
          </ac:spMkLst>
        </pc:spChg>
        <pc:spChg chg="del">
          <ac:chgData name="Khatri, Aarti Krishan" userId="S::aartikrishan.khatri@aramcoamericas.com::d6113156-16e4-4ab1-a2fc-70726e7b4afd" providerId="AD" clId="Web-{B6752233-00BD-C30B-52E8-FA4BA17A807F}" dt="2026-07-29T22:15:49.981" v="11"/>
          <ac:spMkLst>
            <pc:docMk/>
            <pc:sldMk cId="1723135768" sldId="264"/>
            <ac:spMk id="13" creationId="{41D42108-CE92-08A1-E90C-E4E9F552C7CD}"/>
          </ac:spMkLst>
        </pc:spChg>
        <pc:spChg chg="del">
          <ac:chgData name="Khatri, Aarti Krishan" userId="S::aartikrishan.khatri@aramcoamericas.com::d6113156-16e4-4ab1-a2fc-70726e7b4afd" providerId="AD" clId="Web-{B6752233-00BD-C30B-52E8-FA4BA17A807F}" dt="2026-07-29T22:15:49.981" v="10"/>
          <ac:spMkLst>
            <pc:docMk/>
            <pc:sldMk cId="1723135768" sldId="264"/>
            <ac:spMk id="14" creationId="{576E63C5-45C4-A894-76D4-502A5B8C6CB4}"/>
          </ac:spMkLst>
        </pc:spChg>
        <pc:spChg chg="del">
          <ac:chgData name="Khatri, Aarti Krishan" userId="S::aartikrishan.khatri@aramcoamericas.com::d6113156-16e4-4ab1-a2fc-70726e7b4afd" providerId="AD" clId="Web-{B6752233-00BD-C30B-52E8-FA4BA17A807F}" dt="2026-07-29T22:15:49.965" v="9"/>
          <ac:spMkLst>
            <pc:docMk/>
            <pc:sldMk cId="1723135768" sldId="264"/>
            <ac:spMk id="15" creationId="{8C834A05-8250-F6B0-E25D-380990D2BC34}"/>
          </ac:spMkLst>
        </pc:spChg>
        <pc:spChg chg="del">
          <ac:chgData name="Khatri, Aarti Krishan" userId="S::aartikrishan.khatri@aramcoamericas.com::d6113156-16e4-4ab1-a2fc-70726e7b4afd" providerId="AD" clId="Web-{B6752233-00BD-C30B-52E8-FA4BA17A807F}" dt="2026-07-29T22:15:49.965" v="8"/>
          <ac:spMkLst>
            <pc:docMk/>
            <pc:sldMk cId="1723135768" sldId="264"/>
            <ac:spMk id="16" creationId="{5CF94AD3-DB14-B8E0-0BA4-59D0B717FB92}"/>
          </ac:spMkLst>
        </pc:spChg>
        <pc:spChg chg="del">
          <ac:chgData name="Khatri, Aarti Krishan" userId="S::aartikrishan.khatri@aramcoamericas.com::d6113156-16e4-4ab1-a2fc-70726e7b4afd" providerId="AD" clId="Web-{B6752233-00BD-C30B-52E8-FA4BA17A807F}" dt="2026-07-29T22:15:49.965" v="7"/>
          <ac:spMkLst>
            <pc:docMk/>
            <pc:sldMk cId="1723135768" sldId="264"/>
            <ac:spMk id="17" creationId="{A1CCDC1A-A2EA-057A-016D-38C260EC07C7}"/>
          </ac:spMkLst>
        </pc:spChg>
        <pc:spChg chg="del">
          <ac:chgData name="Khatri, Aarti Krishan" userId="S::aartikrishan.khatri@aramcoamericas.com::d6113156-16e4-4ab1-a2fc-70726e7b4afd" providerId="AD" clId="Web-{B6752233-00BD-C30B-52E8-FA4BA17A807F}" dt="2026-07-29T22:15:49.965" v="6"/>
          <ac:spMkLst>
            <pc:docMk/>
            <pc:sldMk cId="1723135768" sldId="264"/>
            <ac:spMk id="18" creationId="{6E0A0694-8E7E-C3A2-631A-38EE6E1CBE96}"/>
          </ac:spMkLst>
        </pc:spChg>
        <pc:spChg chg="del">
          <ac:chgData name="Khatri, Aarti Krishan" userId="S::aartikrishan.khatri@aramcoamericas.com::d6113156-16e4-4ab1-a2fc-70726e7b4afd" providerId="AD" clId="Web-{B6752233-00BD-C30B-52E8-FA4BA17A807F}" dt="2026-07-29T22:15:49.965" v="5"/>
          <ac:spMkLst>
            <pc:docMk/>
            <pc:sldMk cId="1723135768" sldId="264"/>
            <ac:spMk id="19" creationId="{865F11A0-844B-A279-6899-2B98480EC448}"/>
          </ac:spMkLst>
        </pc:spChg>
        <pc:spChg chg="del">
          <ac:chgData name="Khatri, Aarti Krishan" userId="S::aartikrishan.khatri@aramcoamericas.com::d6113156-16e4-4ab1-a2fc-70726e7b4afd" providerId="AD" clId="Web-{B6752233-00BD-C30B-52E8-FA4BA17A807F}" dt="2026-07-29T22:15:49.965" v="4"/>
          <ac:spMkLst>
            <pc:docMk/>
            <pc:sldMk cId="1723135768" sldId="264"/>
            <ac:spMk id="20" creationId="{4ED0784E-E86B-A00D-68AD-AD12131226FC}"/>
          </ac:spMkLst>
        </pc:spChg>
        <pc:spChg chg="del">
          <ac:chgData name="Khatri, Aarti Krishan" userId="S::aartikrishan.khatri@aramcoamericas.com::d6113156-16e4-4ab1-a2fc-70726e7b4afd" providerId="AD" clId="Web-{B6752233-00BD-C30B-52E8-FA4BA17A807F}" dt="2026-07-29T22:15:49.965" v="3"/>
          <ac:spMkLst>
            <pc:docMk/>
            <pc:sldMk cId="1723135768" sldId="264"/>
            <ac:spMk id="21" creationId="{434DDD01-515A-D230-6AC7-5F089723358B}"/>
          </ac:spMkLst>
        </pc:spChg>
        <pc:spChg chg="del">
          <ac:chgData name="Khatri, Aarti Krishan" userId="S::aartikrishan.khatri@aramcoamericas.com::d6113156-16e4-4ab1-a2fc-70726e7b4afd" providerId="AD" clId="Web-{B6752233-00BD-C30B-52E8-FA4BA17A807F}" dt="2026-07-29T22:15:49.965" v="2"/>
          <ac:spMkLst>
            <pc:docMk/>
            <pc:sldMk cId="1723135768" sldId="264"/>
            <ac:spMk id="22" creationId="{DCD36CE6-BAC7-09EF-5F13-165089468FD8}"/>
          </ac:spMkLst>
        </pc:spChg>
        <pc:spChg chg="del">
          <ac:chgData name="Khatri, Aarti Krishan" userId="S::aartikrishan.khatri@aramcoamericas.com::d6113156-16e4-4ab1-a2fc-70726e7b4afd" providerId="AD" clId="Web-{B6752233-00BD-C30B-52E8-FA4BA17A807F}" dt="2026-07-29T22:15:49.965" v="1"/>
          <ac:spMkLst>
            <pc:docMk/>
            <pc:sldMk cId="1723135768" sldId="264"/>
            <ac:spMk id="23" creationId="{BBD9C578-7920-97CB-C6E5-755E9BE72244}"/>
          </ac:spMkLst>
        </pc:spChg>
        <pc:picChg chg="add mod">
          <ac:chgData name="Khatri, Aarti Krishan" userId="S::aartikrishan.khatri@aramcoamericas.com::d6113156-16e4-4ab1-a2fc-70726e7b4afd" providerId="AD" clId="Web-{B6752233-00BD-C30B-52E8-FA4BA17A807F}" dt="2026-07-29T22:16:29.028" v="20" actId="1076"/>
          <ac:picMkLst>
            <pc:docMk/>
            <pc:sldMk cId="1723135768" sldId="264"/>
            <ac:picMk id="6" creationId="{A04FB503-43C8-2F9C-1EA4-4D5B68DE9B00}"/>
          </ac:picMkLst>
        </pc:picChg>
        <pc:picChg chg="del">
          <ac:chgData name="Khatri, Aarti Krishan" userId="S::aartikrishan.khatri@aramcoamericas.com::d6113156-16e4-4ab1-a2fc-70726e7b4afd" providerId="AD" clId="Web-{B6752233-00BD-C30B-52E8-FA4BA17A807F}" dt="2026-07-29T22:15:49.981" v="13"/>
          <ac:picMkLst>
            <pc:docMk/>
            <pc:sldMk cId="1723135768" sldId="264"/>
            <ac:picMk id="11" creationId="{6255290D-33B3-345F-FF34-9D90C5B4B264}"/>
          </ac:picMkLst>
        </pc:picChg>
      </pc:sldChg>
    </pc:docChg>
  </pc:docChgLst>
  <pc:docChgLst>
    <pc:chgData name="Khatri, Aarti Krishan" userId="S::aartikrishan.khatri@aramcoamericas.com::d6113156-16e4-4ab1-a2fc-70726e7b4afd" providerId="AD" clId="Web-{EBEAAF16-6692-9254-A4FB-1C4668FD39B0}"/>
    <pc:docChg chg="modSld">
      <pc:chgData name="Khatri, Aarti Krishan" userId="S::aartikrishan.khatri@aramcoamericas.com::d6113156-16e4-4ab1-a2fc-70726e7b4afd" providerId="AD" clId="Web-{EBEAAF16-6692-9254-A4FB-1C4668FD39B0}" dt="2026-07-30T18:58:28.445" v="26" actId="1076"/>
      <pc:docMkLst>
        <pc:docMk/>
      </pc:docMkLst>
      <pc:sldChg chg="modSp">
        <pc:chgData name="Khatri, Aarti Krishan" userId="S::aartikrishan.khatri@aramcoamericas.com::d6113156-16e4-4ab1-a2fc-70726e7b4afd" providerId="AD" clId="Web-{EBEAAF16-6692-9254-A4FB-1C4668FD39B0}" dt="2026-07-30T18:44:36.216" v="21" actId="1076"/>
        <pc:sldMkLst>
          <pc:docMk/>
          <pc:sldMk cId="0" sldId="257"/>
        </pc:sldMkLst>
        <pc:spChg chg="mod">
          <ac:chgData name="Khatri, Aarti Krishan" userId="S::aartikrishan.khatri@aramcoamericas.com::d6113156-16e4-4ab1-a2fc-70726e7b4afd" providerId="AD" clId="Web-{EBEAAF16-6692-9254-A4FB-1C4668FD39B0}" dt="2026-07-30T18:44:17.371" v="19" actId="1076"/>
          <ac:spMkLst>
            <pc:docMk/>
            <pc:sldMk cId="0" sldId="257"/>
            <ac:spMk id="11" creationId="{00000000-0000-0000-0000-000000000000}"/>
          </ac:spMkLst>
        </pc:spChg>
        <pc:spChg chg="mod">
          <ac:chgData name="Khatri, Aarti Krishan" userId="S::aartikrishan.khatri@aramcoamericas.com::d6113156-16e4-4ab1-a2fc-70726e7b4afd" providerId="AD" clId="Web-{EBEAAF16-6692-9254-A4FB-1C4668FD39B0}" dt="2026-07-30T18:44:36.216" v="21" actId="1076"/>
          <ac:spMkLst>
            <pc:docMk/>
            <pc:sldMk cId="0" sldId="257"/>
            <ac:spMk id="13" creationId="{451B3512-56E9-ACEF-60C4-04626D210679}"/>
          </ac:spMkLst>
        </pc:spChg>
      </pc:sldChg>
      <pc:sldChg chg="addSp delSp modSp addAnim delAnim">
        <pc:chgData name="Khatri, Aarti Krishan" userId="S::aartikrishan.khatri@aramcoamericas.com::d6113156-16e4-4ab1-a2fc-70726e7b4afd" providerId="AD" clId="Web-{EBEAAF16-6692-9254-A4FB-1C4668FD39B0}" dt="2026-07-30T18:58:28.445" v="26" actId="1076"/>
        <pc:sldMkLst>
          <pc:docMk/>
          <pc:sldMk cId="2958232017" sldId="265"/>
        </pc:sldMkLst>
        <pc:spChg chg="mod">
          <ac:chgData name="Khatri, Aarti Krishan" userId="S::aartikrishan.khatri@aramcoamericas.com::d6113156-16e4-4ab1-a2fc-70726e7b4afd" providerId="AD" clId="Web-{EBEAAF16-6692-9254-A4FB-1C4668FD39B0}" dt="2026-07-30T18:42:30.571" v="3" actId="1076"/>
          <ac:spMkLst>
            <pc:docMk/>
            <pc:sldMk cId="2958232017" sldId="265"/>
            <ac:spMk id="12" creationId="{00000000-0000-0000-0000-000000000000}"/>
          </ac:spMkLst>
        </pc:spChg>
        <pc:spChg chg="mod">
          <ac:chgData name="Khatri, Aarti Krishan" userId="S::aartikrishan.khatri@aramcoamericas.com::d6113156-16e4-4ab1-a2fc-70726e7b4afd" providerId="AD" clId="Web-{EBEAAF16-6692-9254-A4FB-1C4668FD39B0}" dt="2026-07-30T18:42:30.571" v="4" actId="1076"/>
          <ac:spMkLst>
            <pc:docMk/>
            <pc:sldMk cId="2958232017" sldId="265"/>
            <ac:spMk id="13" creationId="{00000000-0000-0000-0000-000000000000}"/>
          </ac:spMkLst>
        </pc:spChg>
        <pc:spChg chg="mod">
          <ac:chgData name="Khatri, Aarti Krishan" userId="S::aartikrishan.khatri@aramcoamericas.com::d6113156-16e4-4ab1-a2fc-70726e7b4afd" providerId="AD" clId="Web-{EBEAAF16-6692-9254-A4FB-1C4668FD39B0}" dt="2026-07-30T18:42:30.587" v="5" actId="1076"/>
          <ac:spMkLst>
            <pc:docMk/>
            <pc:sldMk cId="2958232017" sldId="265"/>
            <ac:spMk id="15" creationId="{00000000-0000-0000-0000-000000000000}"/>
          </ac:spMkLst>
        </pc:spChg>
        <pc:spChg chg="mod">
          <ac:chgData name="Khatri, Aarti Krishan" userId="S::aartikrishan.khatri@aramcoamericas.com::d6113156-16e4-4ab1-a2fc-70726e7b4afd" providerId="AD" clId="Web-{EBEAAF16-6692-9254-A4FB-1C4668FD39B0}" dt="2026-07-30T18:42:30.587" v="6" actId="1076"/>
          <ac:spMkLst>
            <pc:docMk/>
            <pc:sldMk cId="2958232017" sldId="265"/>
            <ac:spMk id="16" creationId="{00000000-0000-0000-0000-000000000000}"/>
          </ac:spMkLst>
        </pc:spChg>
        <pc:spChg chg="mod">
          <ac:chgData name="Khatri, Aarti Krishan" userId="S::aartikrishan.khatri@aramcoamericas.com::d6113156-16e4-4ab1-a2fc-70726e7b4afd" providerId="AD" clId="Web-{EBEAAF16-6692-9254-A4FB-1C4668FD39B0}" dt="2026-07-30T18:42:30.603" v="7" actId="1076"/>
          <ac:spMkLst>
            <pc:docMk/>
            <pc:sldMk cId="2958232017" sldId="265"/>
            <ac:spMk id="18" creationId="{00000000-0000-0000-0000-000000000000}"/>
          </ac:spMkLst>
        </pc:spChg>
        <pc:spChg chg="mod">
          <ac:chgData name="Khatri, Aarti Krishan" userId="S::aartikrishan.khatri@aramcoamericas.com::d6113156-16e4-4ab1-a2fc-70726e7b4afd" providerId="AD" clId="Web-{EBEAAF16-6692-9254-A4FB-1C4668FD39B0}" dt="2026-07-30T18:58:22.960" v="25" actId="1076"/>
          <ac:spMkLst>
            <pc:docMk/>
            <pc:sldMk cId="2958232017" sldId="265"/>
            <ac:spMk id="19" creationId="{00000000-0000-0000-0000-000000000000}"/>
          </ac:spMkLst>
        </pc:spChg>
        <pc:spChg chg="mod">
          <ac:chgData name="Khatri, Aarti Krishan" userId="S::aartikrishan.khatri@aramcoamericas.com::d6113156-16e4-4ab1-a2fc-70726e7b4afd" providerId="AD" clId="Web-{EBEAAF16-6692-9254-A4FB-1C4668FD39B0}" dt="2026-07-30T18:42:30.618" v="9" actId="1076"/>
          <ac:spMkLst>
            <pc:docMk/>
            <pc:sldMk cId="2958232017" sldId="265"/>
            <ac:spMk id="21" creationId="{00000000-0000-0000-0000-000000000000}"/>
          </ac:spMkLst>
        </pc:spChg>
        <pc:spChg chg="mod">
          <ac:chgData name="Khatri, Aarti Krishan" userId="S::aartikrishan.khatri@aramcoamericas.com::d6113156-16e4-4ab1-a2fc-70726e7b4afd" providerId="AD" clId="Web-{EBEAAF16-6692-9254-A4FB-1C4668FD39B0}" dt="2026-07-30T18:58:28.445" v="26" actId="1076"/>
          <ac:spMkLst>
            <pc:docMk/>
            <pc:sldMk cId="2958232017" sldId="265"/>
            <ac:spMk id="22" creationId="{00000000-0000-0000-0000-000000000000}"/>
          </ac:spMkLst>
        </pc:spChg>
        <pc:picChg chg="add mod">
          <ac:chgData name="Khatri, Aarti Krishan" userId="S::aartikrishan.khatri@aramcoamericas.com::d6113156-16e4-4ab1-a2fc-70726e7b4afd" providerId="AD" clId="Web-{EBEAAF16-6692-9254-A4FB-1C4668FD39B0}" dt="2026-07-30T18:44:13.481" v="17" actId="1076"/>
          <ac:picMkLst>
            <pc:docMk/>
            <pc:sldMk cId="2958232017" sldId="265"/>
            <ac:picMk id="6" creationId="{6FCFDA44-F300-F659-AFEA-1F6B297F12C1}"/>
          </ac:picMkLst>
        </pc:picChg>
        <pc:picChg chg="del">
          <ac:chgData name="Khatri, Aarti Krishan" userId="S::aartikrishan.khatri@aramcoamericas.com::d6113156-16e4-4ab1-a2fc-70726e7b4afd" providerId="AD" clId="Web-{EBEAAF16-6692-9254-A4FB-1C4668FD39B0}" dt="2026-07-30T18:41:40.320" v="0"/>
          <ac:picMkLst>
            <pc:docMk/>
            <pc:sldMk cId="2958232017" sldId="265"/>
            <ac:picMk id="25" creationId="{8D273C59-C280-510F-1716-AF289DFDDEC9}"/>
          </ac:picMkLst>
        </pc:picChg>
      </pc:sldChg>
    </pc:docChg>
  </pc:docChgLst>
  <pc:docChgLst>
    <pc:chgData name="Khatri, Aarti Krishan" userId="S::aartikrishan.khatri@aramcoamericas.com::d6113156-16e4-4ab1-a2fc-70726e7b4afd" providerId="AD" clId="Web-{EA95E4D9-E70C-D163-B456-DB7B3ADF0B22}"/>
    <pc:docChg chg="modSld">
      <pc:chgData name="Khatri, Aarti Krishan" userId="S::aartikrishan.khatri@aramcoamericas.com::d6113156-16e4-4ab1-a2fc-70726e7b4afd" providerId="AD" clId="Web-{EA95E4D9-E70C-D163-B456-DB7B3ADF0B22}" dt="2026-07-30T14:09:16.940" v="5" actId="1076"/>
      <pc:docMkLst>
        <pc:docMk/>
      </pc:docMkLst>
      <pc:sldChg chg="addSp delSp modSp addAnim delAnim">
        <pc:chgData name="Khatri, Aarti Krishan" userId="S::aartikrishan.khatri@aramcoamericas.com::d6113156-16e4-4ab1-a2fc-70726e7b4afd" providerId="AD" clId="Web-{EA95E4D9-E70C-D163-B456-DB7B3ADF0B22}" dt="2026-07-30T14:09:16.940" v="5" actId="1076"/>
        <pc:sldMkLst>
          <pc:docMk/>
          <pc:sldMk cId="1723135768" sldId="264"/>
        </pc:sldMkLst>
        <pc:picChg chg="del">
          <ac:chgData name="Khatri, Aarti Krishan" userId="S::aartikrishan.khatri@aramcoamericas.com::d6113156-16e4-4ab1-a2fc-70726e7b4afd" providerId="AD" clId="Web-{EA95E4D9-E70C-D163-B456-DB7B3ADF0B22}" dt="2026-07-30T14:08:45.831" v="0"/>
          <ac:picMkLst>
            <pc:docMk/>
            <pc:sldMk cId="1723135768" sldId="264"/>
            <ac:picMk id="6" creationId="{A04FB503-43C8-2F9C-1EA4-4D5B68DE9B00}"/>
          </ac:picMkLst>
        </pc:picChg>
        <pc:picChg chg="add mod">
          <ac:chgData name="Khatri, Aarti Krishan" userId="S::aartikrishan.khatri@aramcoamericas.com::d6113156-16e4-4ab1-a2fc-70726e7b4afd" providerId="AD" clId="Web-{EA95E4D9-E70C-D163-B456-DB7B3ADF0B22}" dt="2026-07-30T14:09:16.940" v="5" actId="1076"/>
          <ac:picMkLst>
            <pc:docMk/>
            <pc:sldMk cId="1723135768" sldId="264"/>
            <ac:picMk id="10" creationId="{982DFDCC-EBB4-E8F7-992B-94F21E810048}"/>
          </ac:picMkLst>
        </pc:picChg>
      </pc:sldChg>
    </pc:docChg>
  </pc:docChgLst>
  <pc:docChgLst>
    <pc:chgData name="Khatri, Aarti Krishan" userId="S::aartikrishan.khatri@aramcoamericas.com::d6113156-16e4-4ab1-a2fc-70726e7b4afd" providerId="AD" clId="Web-{B7092572-C97B-3979-66BD-0BE77262D5BF}"/>
    <pc:docChg chg="modSld">
      <pc:chgData name="Khatri, Aarti Krishan" userId="S::aartikrishan.khatri@aramcoamericas.com::d6113156-16e4-4ab1-a2fc-70726e7b4afd" providerId="AD" clId="Web-{B7092572-C97B-3979-66BD-0BE77262D5BF}" dt="2026-07-29T20:11:02.715" v="2" actId="20577"/>
      <pc:docMkLst>
        <pc:docMk/>
      </pc:docMkLst>
      <pc:sldChg chg="modSp">
        <pc:chgData name="Khatri, Aarti Krishan" userId="S::aartikrishan.khatri@aramcoamericas.com::d6113156-16e4-4ab1-a2fc-70726e7b4afd" providerId="AD" clId="Web-{B7092572-C97B-3979-66BD-0BE77262D5BF}" dt="2026-07-29T20:11:02.715" v="2" actId="20577"/>
        <pc:sldMkLst>
          <pc:docMk/>
          <pc:sldMk cId="0" sldId="257"/>
        </pc:sldMkLst>
        <pc:spChg chg="mod">
          <ac:chgData name="Khatri, Aarti Krishan" userId="S::aartikrishan.khatri@aramcoamericas.com::d6113156-16e4-4ab1-a2fc-70726e7b4afd" providerId="AD" clId="Web-{B7092572-C97B-3979-66BD-0BE77262D5BF}" dt="2026-07-29T20:11:02.715" v="2" actId="20577"/>
          <ac:spMkLst>
            <pc:docMk/>
            <pc:sldMk cId="0" sldId="25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6410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Good morning/afternoon, I am (insert name) along with (insert partner's name) and we are presenting on  behalf of our team the Hire Standard.</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aimed to create a Cost Management Model for Aramco Americas as a way to streamline the current process. We discovered the following: the existing process was mainly manual, there was limited status visibility on the budget during the year, and the ability to forecast was non-existent. Keeping these pain points in mind our group suggests the following solution.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ea typeface="Calibri"/>
                <a:cs typeface="Calibri"/>
              </a:rPr>
              <a:t>Our team leveraged existing Microsoft products and environments, this was intentionally done to keep costs and security risk low. Our solution automates the inherent process, giving time back to the team and decreases human error. Access is based on user credentials and is managed by Aramco’s IT department. </a:t>
            </a:r>
          </a:p>
          <a:p>
            <a:endParaRPr lang="en-US" i="1">
              <a:ea typeface="Calibri"/>
              <a:cs typeface="Calibri"/>
            </a:endParaRPr>
          </a:p>
          <a:p>
            <a:r>
              <a:rPr lang="en-US" i="1">
                <a:ea typeface="Calibri"/>
                <a:cs typeface="Calibri"/>
              </a:rPr>
              <a:t>Our solution is practical within Aramco's current business environment as it utilizes a SQL Database which handles larger data sets on a more secure and reliable foundation. SQL Database is more reliable when compared to excel. Excel tends to crash when files are too big. Our solution can be extended to other departments and is curated with Aramco Americas </a:t>
            </a:r>
            <a:r>
              <a:rPr lang="en-US" i="1"/>
              <a:t>forward looking </a:t>
            </a:r>
            <a:r>
              <a:rPr lang="en-US" i="1">
                <a:ea typeface="Calibri"/>
                <a:cs typeface="Calibri"/>
              </a:rPr>
              <a:t>AI-Driven workplace strategy in mind.</a:t>
            </a:r>
          </a:p>
          <a:p>
            <a:endParaRPr lang="en-US" i="1">
              <a:ea typeface="Calibri"/>
              <a:cs typeface="Calibri"/>
            </a:endParaRPr>
          </a:p>
          <a:p>
            <a:r>
              <a:rPr lang="en-US" i="1">
                <a:ea typeface="Calibri"/>
                <a:cs typeface="Calibri"/>
              </a:rPr>
              <a:t>Despite automated validation, team review and oversight is still highly recommended as AI is imperfect.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Our Cost Management Model is designed to make the process easier, more secure and more efficient for employees. A user starts by uploading a new file into a secure OneDrive folder. From there, the workflow moves the data into a SQL Database, where the information is organized into tables and stored on a more reliable and secure platform than Excel. We chose SQL over Excel because SQL can manage larger sets of data and provide access based on each employee’s approved security profile. Once the data is updated in the SQL Server, it connects to Power BI so the dashboard can refresh automatically. The model also includes our chatbot, Ara, named to align with Aramco and make the tool feel familiar and approachable for employees. Ara can help answer user questions, perform simple analysis and support forecasting.</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05753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Power BI dashboard is designed for supervisors, directors, leaders, and anyone responsible for managing a department budget. The dashboard is completely interactive, allowing users to filter by year, department, business unit and cost center. This helps budget owners better understand where money is being allocated and gives them a clearer view of spending throughout the year. To be transparent, these are not real numbers yet. The display uses sample data provided by HR for this presentation. </a:t>
            </a:r>
            <a:br>
              <a:rPr lang="en-US">
                <a:ea typeface="Calibri"/>
                <a:cs typeface="+mn-lt"/>
              </a:rPr>
            </a:b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We have a seven-month timeline leading up to the dashboard’s go-live date.</a:t>
            </a:r>
            <a:r>
              <a:rPr lang="en-US" b="1"/>
              <a:t> </a:t>
            </a:r>
            <a:endParaRPr lang="en-US"/>
          </a:p>
          <a:p>
            <a:pPr>
              <a:defRPr/>
            </a:pPr>
            <a:r>
              <a:rPr lang="en-US" b="1"/>
              <a:t>Months 1–3</a:t>
            </a:r>
            <a:r>
              <a:rPr lang="en-US"/>
              <a:t> are the Data Integration period, which serves as the planning phase. During this time, HR, Finance and IT will work together to determine what data needs to be included in the dashboard. </a:t>
            </a:r>
          </a:p>
          <a:p>
            <a:pPr>
              <a:defRPr/>
            </a:pPr>
            <a:r>
              <a:rPr lang="en-US" b="1"/>
              <a:t>Months 3-4 </a:t>
            </a:r>
            <a:r>
              <a:rPr lang="en-US"/>
              <a:t>are dedicated to Quality Control, where the team will test the accuracy of the information before the dashboard goes live. </a:t>
            </a:r>
          </a:p>
          <a:p>
            <a:pPr>
              <a:defRPr/>
            </a:pPr>
            <a:r>
              <a:rPr lang="en-US" b="1"/>
              <a:t>Months 5–6</a:t>
            </a:r>
            <a:r>
              <a:rPr lang="en-US"/>
              <a:t> are the Testing and Customization period, where the dashboard’s appearance, content and functionality will be adjusted to meet each department’s needs. </a:t>
            </a:r>
          </a:p>
          <a:p>
            <a:pPr>
              <a:defRPr/>
            </a:pPr>
            <a:r>
              <a:rPr lang="en-US" b="1"/>
              <a:t>Month 7</a:t>
            </a:r>
            <a:r>
              <a:rPr lang="en-US"/>
              <a:t> is the go-live rollout period, when the dashboard will be launched for supervisors, directors, leaders and other budget owners to begin using.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On behalf of Hire Standard </a:t>
            </a:r>
          </a:p>
          <a:p>
            <a:pPr>
              <a:defRPr/>
            </a:pPr>
            <a:r>
              <a:rPr lang="en-US"/>
              <a:t>We would like to thank the following people for their guidance and support helping us navigate through this project, it wouldn't be what it is without them. We would now like to open the floor to any questions you may have.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8"/>
        </a:solidFill>
        <a:effectLst/>
      </p:bgPr>
    </p:bg>
    <p:spTree>
      <p:nvGrpSpPr>
        <p:cNvPr id="1" name=""/>
        <p:cNvGrpSpPr/>
        <p:nvPr/>
      </p:nvGrpSpPr>
      <p:grpSpPr>
        <a:xfrm>
          <a:off x="0" y="0"/>
          <a:ext cx="0" cy="0"/>
          <a:chOff x="0" y="0"/>
          <a:chExt cx="0" cy="0"/>
        </a:xfrm>
      </p:grpSpPr>
      <p:sp>
        <p:nvSpPr>
          <p:cNvPr id="2" name="Shape 0"/>
          <p:cNvSpPr/>
          <p:nvPr/>
        </p:nvSpPr>
        <p:spPr>
          <a:xfrm>
            <a:off x="0" y="0"/>
            <a:ext cx="1024128" cy="6858000"/>
          </a:xfrm>
          <a:prstGeom prst="rect">
            <a:avLst/>
          </a:prstGeom>
          <a:solidFill>
            <a:srgbClr val="011936"/>
          </a:solidFill>
          <a:ln w="12700">
            <a:solidFill>
              <a:srgbClr val="333333">
                <a:alpha val="0"/>
              </a:srgbClr>
            </a:solidFill>
            <a:prstDash val="solid"/>
          </a:ln>
        </p:spPr>
        <p:txBody>
          <a:bodyPr/>
          <a:lstStyle/>
          <a:p>
            <a:endParaRPr lang="en-US"/>
          </a:p>
        </p:txBody>
      </p:sp>
      <p:sp>
        <p:nvSpPr>
          <p:cNvPr id="6" name="Shape 4"/>
          <p:cNvSpPr/>
          <p:nvPr/>
        </p:nvSpPr>
        <p:spPr>
          <a:xfrm rot="5400000">
            <a:off x="5720805" y="344716"/>
            <a:ext cx="1815433" cy="11212284"/>
          </a:xfrm>
          <a:prstGeom prst="rect">
            <a:avLst/>
          </a:prstGeom>
          <a:solidFill>
            <a:srgbClr val="D4EFD0"/>
          </a:solidFill>
          <a:ln w="12700">
            <a:solidFill>
              <a:srgbClr val="333333">
                <a:alpha val="0"/>
              </a:srgbClr>
            </a:solidFill>
            <a:prstDash val="solid"/>
          </a:ln>
        </p:spPr>
        <p:txBody>
          <a:bodyPr/>
          <a:lstStyle/>
          <a:p>
            <a:endParaRPr lang="en-US"/>
          </a:p>
        </p:txBody>
      </p:sp>
      <p:sp>
        <p:nvSpPr>
          <p:cNvPr id="7" name="Text 5"/>
          <p:cNvSpPr/>
          <p:nvPr/>
        </p:nvSpPr>
        <p:spPr>
          <a:xfrm>
            <a:off x="155448" y="420624"/>
            <a:ext cx="770291" cy="345643"/>
          </a:xfrm>
          <a:prstGeom prst="rect">
            <a:avLst/>
          </a:prstGeom>
          <a:noFill/>
          <a:ln/>
        </p:spPr>
        <p:txBody>
          <a:bodyPr wrap="square" lIns="0" tIns="0" rIns="0" bIns="0" rtlCol="0" anchor="ctr">
            <a:normAutofit lnSpcReduction="10000"/>
          </a:bodyPr>
          <a:lstStyle/>
          <a:p>
            <a:pPr marL="0" indent="0" algn="ctr">
              <a:buNone/>
            </a:pPr>
            <a:r>
              <a:rPr lang="en-US" sz="2376" b="1">
                <a:solidFill>
                  <a:srgbClr val="C2EABD"/>
                </a:solidFill>
                <a:latin typeface="Aptos Display" pitchFamily="34" charset="0"/>
                <a:ea typeface="Aptos Display" pitchFamily="34" charset="-122"/>
                <a:cs typeface="Aptos Display" pitchFamily="34" charset="-120"/>
              </a:rPr>
              <a:t>HS</a:t>
            </a:r>
            <a:endParaRPr lang="en-US" sz="2376"/>
          </a:p>
        </p:txBody>
      </p:sp>
      <p:sp>
        <p:nvSpPr>
          <p:cNvPr id="8" name="Shape 6"/>
          <p:cNvSpPr/>
          <p:nvPr/>
        </p:nvSpPr>
        <p:spPr>
          <a:xfrm>
            <a:off x="330589" y="766041"/>
            <a:ext cx="434523" cy="34564"/>
          </a:xfrm>
          <a:prstGeom prst="rect">
            <a:avLst/>
          </a:prstGeom>
          <a:solidFill>
            <a:srgbClr val="DC602E"/>
          </a:solidFill>
          <a:ln w="12700">
            <a:solidFill>
              <a:srgbClr val="333333">
                <a:alpha val="0"/>
              </a:srgbClr>
            </a:solidFill>
            <a:prstDash val="solid"/>
          </a:ln>
        </p:spPr>
        <p:txBody>
          <a:bodyPr/>
          <a:lstStyle/>
          <a:p>
            <a:endParaRPr lang="en-US"/>
          </a:p>
        </p:txBody>
      </p:sp>
      <p:sp>
        <p:nvSpPr>
          <p:cNvPr id="11" name="Text 9"/>
          <p:cNvSpPr/>
          <p:nvPr/>
        </p:nvSpPr>
        <p:spPr>
          <a:xfrm>
            <a:off x="1627632" y="2029968"/>
            <a:ext cx="8138160" cy="658368"/>
          </a:xfrm>
          <a:prstGeom prst="rect">
            <a:avLst/>
          </a:prstGeom>
          <a:noFill/>
          <a:ln/>
        </p:spPr>
        <p:txBody>
          <a:bodyPr wrap="square" lIns="0" tIns="0" rIns="0" bIns="0" rtlCol="0" anchor="ctr">
            <a:normAutofit/>
          </a:bodyPr>
          <a:lstStyle/>
          <a:p>
            <a:pPr marL="0" indent="0" algn="l">
              <a:buNone/>
            </a:pPr>
            <a:r>
              <a:rPr lang="en-US" sz="3900" b="1">
                <a:solidFill>
                  <a:srgbClr val="011936"/>
                </a:solidFill>
                <a:latin typeface="Aptos" pitchFamily="34" charset="0"/>
                <a:ea typeface="Aptos" pitchFamily="34" charset="-122"/>
                <a:cs typeface="Aptos" pitchFamily="34" charset="-120"/>
              </a:rPr>
              <a:t>Cost Management Model</a:t>
            </a:r>
            <a:endParaRPr lang="en-US" sz="3900"/>
          </a:p>
        </p:txBody>
      </p:sp>
      <p:sp>
        <p:nvSpPr>
          <p:cNvPr id="12" name="Text 10"/>
          <p:cNvSpPr/>
          <p:nvPr/>
        </p:nvSpPr>
        <p:spPr>
          <a:xfrm>
            <a:off x="1664208" y="2852928"/>
            <a:ext cx="6583680" cy="329184"/>
          </a:xfrm>
          <a:prstGeom prst="rect">
            <a:avLst/>
          </a:prstGeom>
          <a:noFill/>
          <a:ln/>
        </p:spPr>
        <p:txBody>
          <a:bodyPr wrap="square" lIns="0" tIns="0" rIns="0" bIns="0" rtlCol="0" anchor="ctr">
            <a:normAutofit/>
          </a:bodyPr>
          <a:lstStyle/>
          <a:p>
            <a:pPr marL="0" indent="0" algn="l">
              <a:buNone/>
            </a:pPr>
            <a:r>
              <a:rPr lang="en-US" sz="1700" b="1">
                <a:solidFill>
                  <a:srgbClr val="465362"/>
                </a:solidFill>
                <a:latin typeface="Aptos" pitchFamily="34" charset="0"/>
                <a:ea typeface="Aptos" pitchFamily="34" charset="-122"/>
                <a:cs typeface="Aptos" pitchFamily="34" charset="-120"/>
              </a:rPr>
              <a:t>An AI-Enabled HR Cost Intelligence Solution</a:t>
            </a:r>
            <a:endParaRPr lang="en-US" sz="1700"/>
          </a:p>
        </p:txBody>
      </p:sp>
      <p:sp>
        <p:nvSpPr>
          <p:cNvPr id="13" name="Text 11"/>
          <p:cNvSpPr/>
          <p:nvPr/>
        </p:nvSpPr>
        <p:spPr>
          <a:xfrm>
            <a:off x="1664208" y="3302290"/>
            <a:ext cx="6949440" cy="256032"/>
          </a:xfrm>
          <a:prstGeom prst="rect">
            <a:avLst/>
          </a:prstGeom>
          <a:noFill/>
          <a:ln/>
        </p:spPr>
        <p:txBody>
          <a:bodyPr wrap="square" lIns="0" tIns="0" rIns="0" bIns="0" rtlCol="0" anchor="ctr">
            <a:normAutofit/>
          </a:bodyPr>
          <a:lstStyle/>
          <a:p>
            <a:pPr marL="0" indent="0" algn="l">
              <a:buNone/>
            </a:pPr>
            <a:r>
              <a:rPr lang="en-US" sz="1380" b="1">
                <a:solidFill>
                  <a:srgbClr val="011936"/>
                </a:solidFill>
                <a:latin typeface="Aptos" pitchFamily="34" charset="0"/>
                <a:ea typeface="Aptos" pitchFamily="34" charset="-122"/>
                <a:cs typeface="Aptos" pitchFamily="34" charset="-120"/>
              </a:rPr>
              <a:t>Hire Standard  |  AACo NextGen Capstone Project</a:t>
            </a:r>
            <a:endParaRPr lang="en-US" sz="1380"/>
          </a:p>
        </p:txBody>
      </p:sp>
      <p:sp>
        <p:nvSpPr>
          <p:cNvPr id="14" name="Text 12"/>
          <p:cNvSpPr/>
          <p:nvPr/>
        </p:nvSpPr>
        <p:spPr>
          <a:xfrm>
            <a:off x="1656951" y="5565648"/>
            <a:ext cx="8747759" cy="251968"/>
          </a:xfrm>
          <a:prstGeom prst="rect">
            <a:avLst/>
          </a:prstGeom>
          <a:noFill/>
          <a:ln/>
        </p:spPr>
        <p:txBody>
          <a:bodyPr wrap="square" lIns="0" tIns="0" rIns="0" bIns="0" rtlCol="0" anchor="ctr">
            <a:noAutofit/>
          </a:bodyPr>
          <a:lstStyle/>
          <a:p>
            <a:pPr marL="0" indent="0" algn="l">
              <a:buNone/>
            </a:pPr>
            <a:r>
              <a:rPr lang="en-US" sz="1600" b="1">
                <a:solidFill>
                  <a:srgbClr val="DC602E"/>
                </a:solidFill>
                <a:latin typeface="Aptos" pitchFamily="34" charset="0"/>
                <a:ea typeface="Aptos" pitchFamily="34" charset="-122"/>
                <a:cs typeface="Aptos" pitchFamily="34" charset="-120"/>
              </a:rPr>
              <a:t>Aarti Kharti</a:t>
            </a:r>
            <a:r>
              <a:rPr lang="en-US" sz="1600">
                <a:solidFill>
                  <a:srgbClr val="465362"/>
                </a:solidFill>
                <a:latin typeface="Aptos" pitchFamily="34" charset="0"/>
                <a:ea typeface="Aptos" pitchFamily="34" charset="-122"/>
                <a:cs typeface="Aptos" pitchFamily="34" charset="-120"/>
              </a:rPr>
              <a:t>, Cody Kana, Victoria Decker, Samantha Blanco, Saud Almasoud, </a:t>
            </a:r>
            <a:r>
              <a:rPr lang="en-US" sz="1600" b="1">
                <a:solidFill>
                  <a:srgbClr val="DC602E"/>
                </a:solidFill>
                <a:latin typeface="Aptos" pitchFamily="34" charset="0"/>
                <a:ea typeface="Aptos" pitchFamily="34" charset="-122"/>
                <a:cs typeface="Aptos" pitchFamily="34" charset="-120"/>
              </a:rPr>
              <a:t>Matthew Gonzalez</a:t>
            </a:r>
            <a:endParaRPr lang="en-US" sz="1600" b="1">
              <a:solidFill>
                <a:srgbClr val="DC602E"/>
              </a:solidFill>
            </a:endParaRPr>
          </a:p>
        </p:txBody>
      </p:sp>
      <p:sp>
        <p:nvSpPr>
          <p:cNvPr id="17" name="Shape 6">
            <a:extLst>
              <a:ext uri="{FF2B5EF4-FFF2-40B4-BE49-F238E27FC236}">
                <a16:creationId xmlns:a16="http://schemas.microsoft.com/office/drawing/2014/main" id="{F982BE06-D8F3-B119-B7A1-2A9FFAD28856}"/>
              </a:ext>
            </a:extLst>
          </p:cNvPr>
          <p:cNvSpPr/>
          <p:nvPr/>
        </p:nvSpPr>
        <p:spPr>
          <a:xfrm>
            <a:off x="1651389" y="2667411"/>
            <a:ext cx="5688693" cy="34564"/>
          </a:xfrm>
          <a:prstGeom prst="rect">
            <a:avLst/>
          </a:prstGeom>
          <a:solidFill>
            <a:srgbClr val="DC602E"/>
          </a:solidFill>
          <a:ln w="12700">
            <a:solidFill>
              <a:srgbClr val="333333">
                <a:alpha val="0"/>
              </a:srgb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11936"/>
        </a:solid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51B3512-56E9-ACEF-60C4-04626D210679}"/>
              </a:ext>
            </a:extLst>
          </p:cNvPr>
          <p:cNvSpPr/>
          <p:nvPr/>
        </p:nvSpPr>
        <p:spPr>
          <a:xfrm>
            <a:off x="616052" y="1463040"/>
            <a:ext cx="3685032" cy="4053468"/>
          </a:xfrm>
          <a:prstGeom prst="roundRect">
            <a:avLst/>
          </a:prstGeom>
          <a:solidFill>
            <a:srgbClr val="0A2745"/>
          </a:solidFill>
          <a:ln w="5080">
            <a:solidFill>
              <a:srgbClr val="465362"/>
            </a:solidFill>
            <a:prstDash val="solid"/>
          </a:ln>
        </p:spPr>
        <p:txBody>
          <a:bodyPr/>
          <a:lstStyle/>
          <a:p>
            <a:endParaRPr lang="en-US">
              <a:solidFill>
                <a:schemeClr val="tx1"/>
              </a:solidFill>
            </a:endParaRPr>
          </a:p>
        </p:txBody>
      </p:sp>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4" name="Text 2"/>
          <p:cNvSpPr/>
          <p:nvPr/>
        </p:nvSpPr>
        <p:spPr>
          <a:xfrm>
            <a:off x="10716768" y="219456"/>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C2EABD"/>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0853562" y="589605"/>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658368" y="475488"/>
            <a:ext cx="7132320" cy="402336"/>
          </a:xfrm>
          <a:prstGeom prst="rect">
            <a:avLst/>
          </a:prstGeom>
          <a:noFill/>
          <a:ln/>
        </p:spPr>
        <p:txBody>
          <a:bodyPr wrap="square" lIns="0" tIns="0" rIns="0" bIns="0" rtlCol="0" anchor="ctr">
            <a:normAutofit/>
          </a:bodyPr>
          <a:lstStyle/>
          <a:p>
            <a:pPr marL="0" indent="0" algn="l">
              <a:buNone/>
            </a:pPr>
            <a:r>
              <a:rPr lang="en-US" sz="2400" b="1">
                <a:solidFill>
                  <a:srgbClr val="FFFFFF"/>
                </a:solidFill>
                <a:latin typeface="Aptos" pitchFamily="34" charset="0"/>
                <a:ea typeface="Aptos" pitchFamily="34" charset="-122"/>
                <a:cs typeface="Aptos" pitchFamily="34" charset="-120"/>
              </a:rPr>
              <a:t>The Challenge</a:t>
            </a:r>
            <a:endParaRPr lang="en-US" sz="2400"/>
          </a:p>
        </p:txBody>
      </p:sp>
      <p:sp>
        <p:nvSpPr>
          <p:cNvPr id="9" name="Text 7"/>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C2EABD"/>
                </a:solidFill>
                <a:latin typeface="Aptos" pitchFamily="34" charset="0"/>
                <a:ea typeface="Aptos" pitchFamily="34" charset="-122"/>
                <a:cs typeface="Aptos" pitchFamily="34" charset="-120"/>
              </a:rPr>
              <a:t>02</a:t>
            </a:r>
            <a:endParaRPr lang="en-US" sz="750"/>
          </a:p>
        </p:txBody>
      </p:sp>
      <p:sp>
        <p:nvSpPr>
          <p:cNvPr id="11" name="Text 9"/>
          <p:cNvSpPr/>
          <p:nvPr/>
        </p:nvSpPr>
        <p:spPr>
          <a:xfrm>
            <a:off x="877792" y="2577310"/>
            <a:ext cx="3246120" cy="1699384"/>
          </a:xfrm>
          <a:prstGeom prst="rect">
            <a:avLst/>
          </a:prstGeom>
          <a:noFill/>
          <a:ln/>
        </p:spPr>
        <p:txBody>
          <a:bodyPr wrap="square" lIns="381" tIns="381" rIns="381" bIns="381" rtlCol="0" anchor="t">
            <a:normAutofit/>
          </a:bodyPr>
          <a:lstStyle/>
          <a:p>
            <a:pPr marL="0" indent="0" algn="l">
              <a:lnSpc>
                <a:spcPct val="150000"/>
              </a:lnSpc>
              <a:buNone/>
            </a:pPr>
            <a:r>
              <a:rPr lang="en-US" sz="1750">
                <a:solidFill>
                  <a:srgbClr val="FFFFFF"/>
                </a:solidFill>
                <a:latin typeface="Aptos" pitchFamily="34" charset="0"/>
                <a:ea typeface="Aptos" pitchFamily="34" charset="-122"/>
                <a:cs typeface="Aptos" pitchFamily="34" charset="-120"/>
              </a:rPr>
              <a:t>How might Aramco Americas HR </a:t>
            </a:r>
            <a:endParaRPr lang="en-US" sz="1750"/>
          </a:p>
          <a:p>
            <a:pPr marL="0" indent="0" algn="l">
              <a:lnSpc>
                <a:spcPct val="150000"/>
              </a:lnSpc>
              <a:buNone/>
            </a:pPr>
            <a:r>
              <a:rPr lang="en-US" sz="1750">
                <a:solidFill>
                  <a:srgbClr val="FFFFFF"/>
                </a:solidFill>
                <a:latin typeface="Aptos" pitchFamily="34" charset="0"/>
                <a:ea typeface="Aptos" pitchFamily="34" charset="-122"/>
                <a:cs typeface="Aptos" pitchFamily="34" charset="-120"/>
              </a:rPr>
              <a:t>leverage AI and/or digital tools to </a:t>
            </a:r>
            <a:endParaRPr lang="en-US" sz="1750"/>
          </a:p>
          <a:p>
            <a:pPr marL="0" indent="0" algn="l">
              <a:lnSpc>
                <a:spcPct val="150000"/>
              </a:lnSpc>
              <a:buNone/>
            </a:pPr>
            <a:r>
              <a:rPr lang="en-US" sz="1750">
                <a:solidFill>
                  <a:srgbClr val="FFFFFF"/>
                </a:solidFill>
                <a:latin typeface="Aptos" pitchFamily="34" charset="0"/>
                <a:ea typeface="Aptos" pitchFamily="34" charset="-122"/>
                <a:cs typeface="Aptos" pitchFamily="34" charset="-120"/>
              </a:rPr>
              <a:t>transform its cost management </a:t>
            </a:r>
            <a:endParaRPr lang="en-US" sz="1750"/>
          </a:p>
          <a:p>
            <a:pPr marL="0" indent="0" algn="l">
              <a:lnSpc>
                <a:spcPct val="150000"/>
              </a:lnSpc>
              <a:buNone/>
            </a:pPr>
            <a:r>
              <a:rPr lang="en-US" sz="1750">
                <a:solidFill>
                  <a:srgbClr val="FFFFFF"/>
                </a:solidFill>
                <a:latin typeface="Aptos"/>
              </a:rPr>
              <a:t>Model?</a:t>
            </a:r>
            <a:endParaRPr lang="en-US" sz="1750">
              <a:latin typeface="Aptos"/>
            </a:endParaRPr>
          </a:p>
        </p:txBody>
      </p:sp>
      <p:sp>
        <p:nvSpPr>
          <p:cNvPr id="12" name="Shape 10"/>
          <p:cNvSpPr/>
          <p:nvPr/>
        </p:nvSpPr>
        <p:spPr>
          <a:xfrm>
            <a:off x="877792" y="5041020"/>
            <a:ext cx="1280160" cy="0"/>
          </a:xfrm>
          <a:prstGeom prst="line">
            <a:avLst/>
          </a:prstGeom>
          <a:noFill/>
          <a:ln w="35560">
            <a:solidFill>
              <a:srgbClr val="DC602E"/>
            </a:solidFill>
            <a:prstDash val="solid"/>
          </a:ln>
        </p:spPr>
        <p:txBody>
          <a:bodyPr/>
          <a:lstStyle/>
          <a:p>
            <a:endParaRPr lang="en-US"/>
          </a:p>
        </p:txBody>
      </p:sp>
      <p:sp>
        <p:nvSpPr>
          <p:cNvPr id="31" name="Bubble Center"/>
          <p:cNvSpPr/>
          <p:nvPr/>
        </p:nvSpPr>
        <p:spPr>
          <a:xfrm>
            <a:off x="7224999" y="1978485"/>
            <a:ext cx="2901029" cy="2901029"/>
          </a:xfrm>
          <a:prstGeom prst="ellipse">
            <a:avLst/>
          </a:prstGeom>
          <a:solidFill>
            <a:srgbClr val="DC602E"/>
          </a:solidFill>
          <a:ln>
            <a:noFill/>
          </a:ln>
        </p:spPr>
        <p:txBody>
          <a:bodyPr/>
          <a:lstStyle/>
          <a:p>
            <a:endParaRPr lang="en-US"/>
          </a:p>
        </p:txBody>
      </p:sp>
      <p:sp>
        <p:nvSpPr>
          <p:cNvPr id="16" name="Text Center"/>
          <p:cNvSpPr/>
          <p:nvPr/>
        </p:nvSpPr>
        <p:spPr>
          <a:xfrm>
            <a:off x="7502757" y="2873483"/>
            <a:ext cx="2345512" cy="1111032"/>
          </a:xfrm>
          <a:prstGeom prst="rect">
            <a:avLst/>
          </a:prstGeom>
          <a:noFill/>
          <a:ln/>
        </p:spPr>
        <p:txBody>
          <a:bodyPr wrap="square" lIns="254" tIns="254" rIns="254" bIns="254" rtlCol="0" anchor="ctr">
            <a:normAutofit/>
          </a:bodyPr>
          <a:lstStyle/>
          <a:p>
            <a:pPr marL="0" indent="0" algn="ctr">
              <a:buNone/>
            </a:pPr>
            <a:r>
              <a:rPr lang="en-US" b="1">
                <a:solidFill>
                  <a:srgbClr val="FFFFFF"/>
                </a:solidFill>
                <a:latin typeface="Aptos"/>
                <a:ea typeface="Aptos" pitchFamily="34" charset="-122"/>
                <a:cs typeface="Aptos" pitchFamily="34" charset="-120"/>
              </a:rPr>
              <a:t>Budget Data is scattered and disconnected</a:t>
            </a:r>
            <a:endParaRPr lang="en-US">
              <a:solidFill>
                <a:srgbClr val="FFFFFF"/>
              </a:solidFill>
              <a:latin typeface="Aptos"/>
            </a:endParaRPr>
          </a:p>
        </p:txBody>
      </p:sp>
      <p:sp>
        <p:nvSpPr>
          <p:cNvPr id="42" name="Bubble Minimal"/>
          <p:cNvSpPr/>
          <p:nvPr/>
        </p:nvSpPr>
        <p:spPr>
          <a:xfrm>
            <a:off x="8805430" y="3769062"/>
            <a:ext cx="2048131" cy="1994670"/>
          </a:xfrm>
          <a:prstGeom prst="ellipse">
            <a:avLst/>
          </a:prstGeom>
          <a:solidFill>
            <a:srgbClr val="C2EABD"/>
          </a:solidFill>
          <a:ln>
            <a:noFill/>
          </a:ln>
        </p:spPr>
        <p:txBody>
          <a:bodyPr/>
          <a:lstStyle/>
          <a:p>
            <a:endParaRPr lang="en-US"/>
          </a:p>
        </p:txBody>
      </p:sp>
      <p:sp>
        <p:nvSpPr>
          <p:cNvPr id="22" name="Text Minimal"/>
          <p:cNvSpPr/>
          <p:nvPr/>
        </p:nvSpPr>
        <p:spPr>
          <a:xfrm>
            <a:off x="8951725" y="4310473"/>
            <a:ext cx="1755541" cy="911849"/>
          </a:xfrm>
          <a:prstGeom prst="rect">
            <a:avLst/>
          </a:prstGeom>
          <a:noFill/>
          <a:ln/>
        </p:spPr>
        <p:txBody>
          <a:bodyPr wrap="square" lIns="254" tIns="254" rIns="254" bIns="254" rtlCol="0" anchor="ctr">
            <a:normAutofit/>
          </a:bodyPr>
          <a:lstStyle/>
          <a:p>
            <a:pPr marL="0" indent="0" algn="ctr">
              <a:buNone/>
            </a:pPr>
            <a:r>
              <a:rPr lang="en-US" b="1">
                <a:solidFill>
                  <a:schemeClr val="bg1"/>
                </a:solidFill>
                <a:latin typeface="Aptos"/>
                <a:ea typeface="Aptos" pitchFamily="34" charset="-122"/>
                <a:cs typeface="Aptos" pitchFamily="34" charset="-120"/>
              </a:rPr>
              <a:t>Minimal Forecasting Capability</a:t>
            </a:r>
            <a:endParaRPr lang="en-US">
              <a:solidFill>
                <a:schemeClr val="bg1"/>
              </a:solidFill>
              <a:latin typeface="Aptos"/>
            </a:endParaRPr>
          </a:p>
        </p:txBody>
      </p:sp>
      <p:sp>
        <p:nvSpPr>
          <p:cNvPr id="40" name="Bubble Limited"/>
          <p:cNvSpPr/>
          <p:nvPr/>
        </p:nvSpPr>
        <p:spPr>
          <a:xfrm>
            <a:off x="6153985" y="3721195"/>
            <a:ext cx="1798912" cy="1823447"/>
          </a:xfrm>
          <a:prstGeom prst="ellipse">
            <a:avLst/>
          </a:prstGeom>
          <a:solidFill>
            <a:srgbClr val="0F9ED5"/>
          </a:solidFill>
          <a:ln>
            <a:noFill/>
          </a:ln>
        </p:spPr>
        <p:txBody>
          <a:bodyPr/>
          <a:lstStyle/>
          <a:p>
            <a:endParaRPr lang="en-US"/>
          </a:p>
        </p:txBody>
      </p:sp>
      <p:sp>
        <p:nvSpPr>
          <p:cNvPr id="28" name="Text Limited"/>
          <p:cNvSpPr/>
          <p:nvPr/>
        </p:nvSpPr>
        <p:spPr>
          <a:xfrm>
            <a:off x="6282479" y="4216130"/>
            <a:ext cx="1541925" cy="833576"/>
          </a:xfrm>
          <a:prstGeom prst="rect">
            <a:avLst/>
          </a:prstGeom>
          <a:noFill/>
          <a:ln/>
        </p:spPr>
        <p:txBody>
          <a:bodyPr wrap="square" lIns="254" tIns="254" rIns="254" bIns="254" rtlCol="0" anchor="ctr">
            <a:normAutofit/>
          </a:bodyPr>
          <a:lstStyle/>
          <a:p>
            <a:pPr marL="0" indent="0" algn="ctr">
              <a:buNone/>
            </a:pPr>
            <a:r>
              <a:rPr lang="en-US" b="1">
                <a:solidFill>
                  <a:srgbClr val="FFFFFF"/>
                </a:solidFill>
                <a:latin typeface="Aptos"/>
                <a:ea typeface="Aptos" pitchFamily="34" charset="-122"/>
                <a:cs typeface="Aptos" pitchFamily="34" charset="-120"/>
              </a:rPr>
              <a:t>Limited Visibility on spending</a:t>
            </a:r>
            <a:endParaRPr lang="en-US">
              <a:solidFill>
                <a:srgbClr val="FFFFFF"/>
              </a:solidFill>
              <a:latin typeface="Aptos"/>
            </a:endParaRPr>
          </a:p>
        </p:txBody>
      </p:sp>
      <p:sp>
        <p:nvSpPr>
          <p:cNvPr id="34" name="Bubble Leaders"/>
          <p:cNvSpPr/>
          <p:nvPr/>
        </p:nvSpPr>
        <p:spPr>
          <a:xfrm>
            <a:off x="6096000" y="937435"/>
            <a:ext cx="2107096" cy="2078894"/>
          </a:xfrm>
          <a:prstGeom prst="ellipse">
            <a:avLst/>
          </a:prstGeom>
          <a:solidFill>
            <a:srgbClr val="156082"/>
          </a:solidFill>
          <a:ln>
            <a:noFill/>
          </a:ln>
        </p:spPr>
        <p:txBody>
          <a:bodyPr/>
          <a:lstStyle/>
          <a:p>
            <a:endParaRPr lang="en-US"/>
          </a:p>
        </p:txBody>
      </p:sp>
      <p:sp>
        <p:nvSpPr>
          <p:cNvPr id="25" name="Text Leaders"/>
          <p:cNvSpPr/>
          <p:nvPr/>
        </p:nvSpPr>
        <p:spPr>
          <a:xfrm>
            <a:off x="6246507" y="1501707"/>
            <a:ext cx="1806082" cy="950351"/>
          </a:xfrm>
          <a:prstGeom prst="rect">
            <a:avLst/>
          </a:prstGeom>
          <a:noFill/>
          <a:ln/>
        </p:spPr>
        <p:txBody>
          <a:bodyPr wrap="square" lIns="254" tIns="254" rIns="254" bIns="254" rtlCol="0" anchor="ctr">
            <a:normAutofit/>
          </a:bodyPr>
          <a:lstStyle/>
          <a:p>
            <a:pPr marL="0" indent="0" algn="ctr">
              <a:buNone/>
            </a:pPr>
            <a:r>
              <a:rPr lang="en-US" b="1">
                <a:solidFill>
                  <a:srgbClr val="FFFFFF"/>
                </a:solidFill>
                <a:latin typeface="Aptos"/>
                <a:ea typeface="Aptos" pitchFamily="34" charset="-122"/>
                <a:cs typeface="Aptos" pitchFamily="34" charset="-120"/>
              </a:rPr>
              <a:t>Leaders struggle to get timely budget answers</a:t>
            </a:r>
            <a:endParaRPr lang="en-US">
              <a:solidFill>
                <a:srgbClr val="FFFFFF"/>
              </a:solidFill>
              <a:latin typeface="Aptos"/>
            </a:endParaRPr>
          </a:p>
        </p:txBody>
      </p:sp>
      <p:sp>
        <p:nvSpPr>
          <p:cNvPr id="37" name="Bubble Manual"/>
          <p:cNvSpPr/>
          <p:nvPr/>
        </p:nvSpPr>
        <p:spPr>
          <a:xfrm>
            <a:off x="9251026" y="1162281"/>
            <a:ext cx="1851862" cy="1854047"/>
          </a:xfrm>
          <a:prstGeom prst="ellipse">
            <a:avLst/>
          </a:prstGeom>
          <a:solidFill>
            <a:srgbClr val="196B24"/>
          </a:solidFill>
          <a:ln>
            <a:noFill/>
          </a:ln>
        </p:spPr>
        <p:txBody>
          <a:bodyPr/>
          <a:lstStyle/>
          <a:p>
            <a:endParaRPr lang="en-US"/>
          </a:p>
        </p:txBody>
      </p:sp>
      <p:sp>
        <p:nvSpPr>
          <p:cNvPr id="19" name="Text Manual"/>
          <p:cNvSpPr/>
          <p:nvPr/>
        </p:nvSpPr>
        <p:spPr>
          <a:xfrm>
            <a:off x="9383302" y="1665522"/>
            <a:ext cx="1587310" cy="847564"/>
          </a:xfrm>
          <a:prstGeom prst="rect">
            <a:avLst/>
          </a:prstGeom>
          <a:noFill/>
          <a:ln/>
        </p:spPr>
        <p:txBody>
          <a:bodyPr wrap="square" lIns="254" tIns="254" rIns="254" bIns="254" rtlCol="0" anchor="ctr">
            <a:normAutofit/>
          </a:bodyPr>
          <a:lstStyle/>
          <a:p>
            <a:pPr marL="0" indent="0" algn="ctr">
              <a:buNone/>
            </a:pPr>
            <a:r>
              <a:rPr lang="en-US" b="1">
                <a:solidFill>
                  <a:srgbClr val="FFFFFF"/>
                </a:solidFill>
                <a:latin typeface="Aptos"/>
                <a:ea typeface="Aptos" pitchFamily="34" charset="-122"/>
                <a:cs typeface="Aptos" pitchFamily="34" charset="-120"/>
              </a:rPr>
              <a:t>Manual Consolidation</a:t>
            </a:r>
            <a:endParaRPr lang="en-US">
              <a:solidFill>
                <a:srgbClr val="FFFFFF"/>
              </a:solidFill>
              <a:latin typeface="Aptos"/>
            </a:endParaRPr>
          </a:p>
        </p:txBody>
      </p:sp>
      <p:sp>
        <p:nvSpPr>
          <p:cNvPr id="15" name="Left Header">
            <a:extLst>
              <a:ext uri="{FF2B5EF4-FFF2-40B4-BE49-F238E27FC236}">
                <a16:creationId xmlns:a16="http://schemas.microsoft.com/office/drawing/2014/main" id="{1A58D18A-D98F-4DDB-AFE0-51EB18EA2244}"/>
              </a:ext>
            </a:extLst>
          </p:cNvPr>
          <p:cNvSpPr/>
          <p:nvPr/>
        </p:nvSpPr>
        <p:spPr>
          <a:xfrm>
            <a:off x="616052" y="1380000"/>
            <a:ext cx="3685032" cy="620000"/>
          </a:xfrm>
          <a:prstGeom prst="round2SameRect">
            <a:avLst>
              <a:gd name="adj1" fmla="val 24200"/>
              <a:gd name="adj2" fmla="val 0"/>
            </a:avLst>
          </a:prstGeom>
          <a:solidFill>
            <a:srgbClr val="DC602E"/>
          </a:solidFill>
          <a:ln>
            <a:noFill/>
          </a:ln>
        </p:spPr>
        <p:txBody>
          <a:bodyPr wrap="square" lIns="91440" tIns="0" rIns="91440" bIns="0"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Current State Pain Points</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8FA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4" name="Text 2"/>
          <p:cNvSpPr/>
          <p:nvPr/>
        </p:nvSpPr>
        <p:spPr>
          <a:xfrm>
            <a:off x="10716768" y="219456"/>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011936"/>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0853562" y="589605"/>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658368" y="475488"/>
            <a:ext cx="7132320" cy="402336"/>
          </a:xfrm>
          <a:prstGeom prst="rect">
            <a:avLst/>
          </a:prstGeom>
          <a:noFill/>
          <a:ln/>
        </p:spPr>
        <p:txBody>
          <a:bodyPr wrap="square" lIns="0" tIns="0" rIns="0" bIns="0" rtlCol="0" anchor="ctr">
            <a:normAutofit/>
          </a:bodyPr>
          <a:lstStyle/>
          <a:p>
            <a:pPr marL="0" indent="0" algn="l">
              <a:buNone/>
            </a:pPr>
            <a:r>
              <a:rPr lang="en-US" sz="2400" b="1">
                <a:solidFill>
                  <a:srgbClr val="011936"/>
                </a:solidFill>
                <a:latin typeface="Aptos" pitchFamily="34" charset="0"/>
                <a:ea typeface="Aptos" pitchFamily="34" charset="-122"/>
                <a:cs typeface="Aptos" pitchFamily="34" charset="-120"/>
              </a:rPr>
              <a:t>Business Impact</a:t>
            </a:r>
            <a:endParaRPr lang="en-US" sz="2400"/>
          </a:p>
        </p:txBody>
      </p:sp>
      <p:sp>
        <p:nvSpPr>
          <p:cNvPr id="50" name="Subtitle"/>
          <p:cNvSpPr/>
          <p:nvPr/>
        </p:nvSpPr>
        <p:spPr>
          <a:xfrm>
            <a:off x="658368" y="895000"/>
            <a:ext cx="7132320" cy="320040"/>
          </a:xfrm>
          <a:prstGeom prst="rect">
            <a:avLst/>
          </a:prstGeom>
          <a:noFill/>
          <a:ln/>
        </p:spPr>
        <p:txBody>
          <a:bodyPr wrap="square" lIns="0" tIns="0" rIns="0" bIns="0" rtlCol="0" anchor="ctr">
            <a:normAutofit/>
          </a:bodyPr>
          <a:lstStyle/>
          <a:p>
            <a:r>
              <a:rPr lang="en-US" sz="1400" b="1">
                <a:solidFill>
                  <a:srgbClr val="465362"/>
                </a:solidFill>
                <a:ea typeface="+mn-lt"/>
                <a:cs typeface="+mn-lt"/>
              </a:rPr>
              <a:t>Improved overall system by 75% and reduced processing time by 90%, per cycle</a:t>
            </a:r>
            <a:endParaRPr lang="en-US" sz="1400" b="1">
              <a:solidFill>
                <a:srgbClr val="465362"/>
              </a:solidFill>
            </a:endParaRPr>
          </a:p>
        </p:txBody>
      </p:sp>
      <p:sp>
        <p:nvSpPr>
          <p:cNvPr id="8" name="Text 6"/>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66717D"/>
                </a:solidFill>
                <a:latin typeface="Aptos" pitchFamily="34" charset="0"/>
                <a:ea typeface="Aptos" pitchFamily="34" charset="-122"/>
                <a:cs typeface="Aptos" pitchFamily="34" charset="-120"/>
              </a:rPr>
              <a:t>04</a:t>
            </a:r>
            <a:endParaRPr lang="en-US" sz="750"/>
          </a:p>
        </p:txBody>
      </p:sp>
      <p:sp>
        <p:nvSpPr>
          <p:cNvPr id="60" name="Left Card"/>
          <p:cNvSpPr/>
          <p:nvPr/>
        </p:nvSpPr>
        <p:spPr>
          <a:xfrm>
            <a:off x="658368" y="1380000"/>
            <a:ext cx="5287632" cy="4780000"/>
          </a:xfrm>
          <a:prstGeom prst="roundRect">
            <a:avLst>
              <a:gd name="adj" fmla="val 3140"/>
            </a:avLst>
          </a:prstGeom>
          <a:solidFill>
            <a:srgbClr val="FFFFFF"/>
          </a:solidFill>
          <a:ln w="12700">
            <a:solidFill>
              <a:srgbClr val="DDE4E2"/>
            </a:solidFill>
            <a:prstDash val="solid"/>
          </a:ln>
        </p:spPr>
        <p:txBody>
          <a:bodyPr/>
          <a:lstStyle/>
          <a:p>
            <a:endParaRPr lang="en-US"/>
          </a:p>
        </p:txBody>
      </p:sp>
      <p:sp>
        <p:nvSpPr>
          <p:cNvPr id="61" name="Left Header"/>
          <p:cNvSpPr/>
          <p:nvPr/>
        </p:nvSpPr>
        <p:spPr>
          <a:xfrm>
            <a:off x="658368" y="1380000"/>
            <a:ext cx="5287632" cy="620000"/>
          </a:xfrm>
          <a:prstGeom prst="round2SameRect">
            <a:avLst>
              <a:gd name="adj1" fmla="val 24200"/>
              <a:gd name="adj2" fmla="val 0"/>
            </a:avLst>
          </a:prstGeom>
          <a:solidFill>
            <a:srgbClr val="DC602E"/>
          </a:solidFill>
          <a:ln>
            <a:noFill/>
          </a:ln>
        </p:spPr>
        <p:txBody>
          <a:bodyPr wrap="square" lIns="91440" tIns="0" rIns="91440" bIns="0"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Financial Comparison</a:t>
            </a:r>
            <a:endParaRPr lang="en-US" sz="1600"/>
          </a:p>
        </p:txBody>
      </p:sp>
      <p:sp>
        <p:nvSpPr>
          <p:cNvPr id="62" name="Right Card"/>
          <p:cNvSpPr/>
          <p:nvPr/>
        </p:nvSpPr>
        <p:spPr>
          <a:xfrm>
            <a:off x="6246000" y="1380000"/>
            <a:ext cx="5287632" cy="4780000"/>
          </a:xfrm>
          <a:prstGeom prst="roundRect">
            <a:avLst>
              <a:gd name="adj" fmla="val 3140"/>
            </a:avLst>
          </a:prstGeom>
          <a:solidFill>
            <a:srgbClr val="FFFFFF"/>
          </a:solidFill>
          <a:ln w="12700">
            <a:solidFill>
              <a:srgbClr val="DDE4E2"/>
            </a:solidFill>
            <a:prstDash val="solid"/>
          </a:ln>
        </p:spPr>
        <p:txBody>
          <a:bodyPr/>
          <a:lstStyle/>
          <a:p>
            <a:endParaRPr lang="en-US"/>
          </a:p>
        </p:txBody>
      </p:sp>
      <p:sp>
        <p:nvSpPr>
          <p:cNvPr id="63" name="Right Header"/>
          <p:cNvSpPr/>
          <p:nvPr/>
        </p:nvSpPr>
        <p:spPr>
          <a:xfrm>
            <a:off x="6246000" y="1380000"/>
            <a:ext cx="5287632" cy="620000"/>
          </a:xfrm>
          <a:prstGeom prst="round2SameRect">
            <a:avLst>
              <a:gd name="adj1" fmla="val 24200"/>
              <a:gd name="adj2" fmla="val 0"/>
            </a:avLst>
          </a:prstGeom>
          <a:solidFill>
            <a:srgbClr val="011936"/>
          </a:solidFill>
          <a:ln>
            <a:noFill/>
          </a:ln>
        </p:spPr>
        <p:txBody>
          <a:bodyPr wrap="square" lIns="91440" tIns="0" rIns="91440" bIns="0"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Business Impact</a:t>
            </a:r>
            <a:endParaRPr lang="en-US" sz="1600"/>
          </a:p>
        </p:txBody>
      </p:sp>
      <p:sp>
        <p:nvSpPr>
          <p:cNvPr id="70" name="LText 0"/>
          <p:cNvSpPr/>
          <p:nvPr/>
        </p:nvSpPr>
        <p:spPr>
          <a:xfrm>
            <a:off x="1728368" y="214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Building Cost:</a:t>
            </a:r>
            <a:r>
              <a:rPr lang="en-US" sz="1250">
                <a:solidFill>
                  <a:srgbClr val="465362"/>
                </a:solidFill>
                <a:latin typeface="Aptos" pitchFamily="34" charset="0"/>
                <a:ea typeface="Aptos" pitchFamily="34" charset="-122"/>
                <a:cs typeface="Aptos" pitchFamily="34" charset="-120"/>
              </a:rPr>
              <a:t> leverages existing Microsoft tools.</a:t>
            </a:r>
            <a:endParaRPr lang="en-US" sz="1250"/>
          </a:p>
        </p:txBody>
      </p:sp>
      <p:sp>
        <p:nvSpPr>
          <p:cNvPr id="71" name="LText 1"/>
          <p:cNvSpPr/>
          <p:nvPr/>
        </p:nvSpPr>
        <p:spPr>
          <a:xfrm>
            <a:off x="1728368" y="318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Efficiency gains:</a:t>
            </a:r>
            <a:r>
              <a:rPr lang="en-US" sz="1250">
                <a:solidFill>
                  <a:srgbClr val="465362"/>
                </a:solidFill>
                <a:latin typeface="Aptos" pitchFamily="34" charset="0"/>
                <a:ea typeface="Aptos" pitchFamily="34" charset="-122"/>
                <a:cs typeface="Aptos" pitchFamily="34" charset="-120"/>
              </a:rPr>
              <a:t> automates manual consolidation.</a:t>
            </a:r>
            <a:endParaRPr lang="en-US" sz="1250"/>
          </a:p>
        </p:txBody>
      </p:sp>
      <p:sp>
        <p:nvSpPr>
          <p:cNvPr id="72" name="LText 2"/>
          <p:cNvSpPr/>
          <p:nvPr/>
        </p:nvSpPr>
        <p:spPr>
          <a:xfrm>
            <a:off x="1728368" y="422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Accuracy &amp; speed:</a:t>
            </a:r>
            <a:r>
              <a:rPr lang="en-US" sz="1250">
                <a:solidFill>
                  <a:srgbClr val="465362"/>
                </a:solidFill>
                <a:latin typeface="Aptos" pitchFamily="34" charset="0"/>
                <a:ea typeface="Aptos" pitchFamily="34" charset="-122"/>
                <a:cs typeface="Aptos" pitchFamily="34" charset="-120"/>
              </a:rPr>
              <a:t> near real-time insight.</a:t>
            </a:r>
            <a:endParaRPr lang="en-US" sz="1250"/>
          </a:p>
        </p:txBody>
      </p:sp>
      <p:sp>
        <p:nvSpPr>
          <p:cNvPr id="73" name="LText 3"/>
          <p:cNvSpPr/>
          <p:nvPr/>
        </p:nvSpPr>
        <p:spPr>
          <a:xfrm>
            <a:off x="1728368" y="526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Risk-managed:</a:t>
            </a:r>
            <a:r>
              <a:rPr lang="en-US" sz="1250">
                <a:solidFill>
                  <a:srgbClr val="465362"/>
                </a:solidFill>
                <a:latin typeface="Aptos" pitchFamily="34" charset="0"/>
                <a:ea typeface="Aptos" pitchFamily="34" charset="-122"/>
                <a:cs typeface="Aptos" pitchFamily="34" charset="-120"/>
              </a:rPr>
              <a:t> role-based access, training &amp; change management, standardized intake.</a:t>
            </a:r>
            <a:endParaRPr lang="en-US" sz="1250"/>
          </a:p>
        </p:txBody>
      </p:sp>
      <p:sp>
        <p:nvSpPr>
          <p:cNvPr id="80" name="RText 0"/>
          <p:cNvSpPr/>
          <p:nvPr/>
        </p:nvSpPr>
        <p:spPr>
          <a:xfrm>
            <a:off x="7316000" y="214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Practical:</a:t>
            </a:r>
            <a:r>
              <a:rPr lang="en-US" sz="1250">
                <a:solidFill>
                  <a:srgbClr val="465362"/>
                </a:solidFill>
                <a:latin typeface="Aptos" pitchFamily="34" charset="0"/>
                <a:ea typeface="Aptos" pitchFamily="34" charset="-122"/>
                <a:cs typeface="Aptos" pitchFamily="34" charset="-120"/>
              </a:rPr>
              <a:t> realistic to implement within current HR operations.</a:t>
            </a:r>
            <a:endParaRPr lang="en-US" sz="1250"/>
          </a:p>
        </p:txBody>
      </p:sp>
      <p:sp>
        <p:nvSpPr>
          <p:cNvPr id="81" name="RText 1"/>
          <p:cNvSpPr/>
          <p:nvPr/>
        </p:nvSpPr>
        <p:spPr>
          <a:xfrm>
            <a:off x="7316000" y="318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Innovative:</a:t>
            </a:r>
            <a:r>
              <a:rPr lang="en-US" sz="1250">
                <a:solidFill>
                  <a:srgbClr val="465362"/>
                </a:solidFill>
                <a:latin typeface="Aptos" pitchFamily="34" charset="0"/>
                <a:ea typeface="Aptos" pitchFamily="34" charset="-122"/>
                <a:cs typeface="Aptos" pitchFamily="34" charset="-120"/>
              </a:rPr>
              <a:t> pairs dashboards with Ara.</a:t>
            </a:r>
            <a:endParaRPr lang="en-US" sz="1250"/>
          </a:p>
        </p:txBody>
      </p:sp>
      <p:sp>
        <p:nvSpPr>
          <p:cNvPr id="82" name="RText 2"/>
          <p:cNvSpPr/>
          <p:nvPr/>
        </p:nvSpPr>
        <p:spPr>
          <a:xfrm>
            <a:off x="7316000" y="422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Scalable:</a:t>
            </a:r>
            <a:r>
              <a:rPr lang="en-US" sz="1250">
                <a:solidFill>
                  <a:srgbClr val="465362"/>
                </a:solidFill>
                <a:latin typeface="Aptos" pitchFamily="34" charset="0"/>
                <a:ea typeface="Aptos" pitchFamily="34" charset="-122"/>
                <a:cs typeface="Aptos" pitchFamily="34" charset="-120"/>
              </a:rPr>
              <a:t> extends to more departments, larger datasets, and future use cases.</a:t>
            </a:r>
            <a:endParaRPr lang="en-US" sz="1250"/>
          </a:p>
        </p:txBody>
      </p:sp>
      <p:sp>
        <p:nvSpPr>
          <p:cNvPr id="83" name="RText 3"/>
          <p:cNvSpPr/>
          <p:nvPr/>
        </p:nvSpPr>
        <p:spPr>
          <a:xfrm>
            <a:off x="7316000" y="5260000"/>
            <a:ext cx="4017632" cy="7600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Aligned &amp; compliant:</a:t>
            </a:r>
            <a:r>
              <a:rPr lang="en-US" sz="1250">
                <a:solidFill>
                  <a:srgbClr val="465362"/>
                </a:solidFill>
                <a:latin typeface="Aptos" pitchFamily="34" charset="0"/>
                <a:ea typeface="Aptos" pitchFamily="34" charset="-122"/>
                <a:cs typeface="Aptos" pitchFamily="34" charset="-120"/>
              </a:rPr>
              <a:t> supports the AI-Driven Workplace strategy</a:t>
            </a:r>
            <a:endParaRPr lang="en-US" sz="1250"/>
          </a:p>
        </p:txBody>
      </p:sp>
      <p:pic>
        <p:nvPicPr>
          <p:cNvPr id="31" name="Picture 30" descr="A stack of money with a dollar sign&#10;&#10;AI-generated content may be incorrect.">
            <a:extLst>
              <a:ext uri="{FF2B5EF4-FFF2-40B4-BE49-F238E27FC236}">
                <a16:creationId xmlns:a16="http://schemas.microsoft.com/office/drawing/2014/main" id="{7D475CA6-49CD-F097-F1CD-7098ECF3D4EF}"/>
              </a:ext>
            </a:extLst>
          </p:cNvPr>
          <p:cNvPicPr>
            <a:picLocks noChangeAspect="1"/>
          </p:cNvPicPr>
          <p:nvPr/>
        </p:nvPicPr>
        <p:blipFill>
          <a:blip r:embed="rId3" cstate="screen">
            <a:duotone>
              <a:srgbClr val="011936"/>
              <a:prstClr val="white"/>
            </a:duotone>
            <a:extLst>
              <a:ext uri="{28A0092B-C50C-407E-A947-70E740481C1C}">
                <a14:useLocalDpi xmlns:a14="http://schemas.microsoft.com/office/drawing/2010/main"/>
              </a:ext>
            </a:extLst>
          </a:blip>
          <a:stretch>
            <a:fillRect/>
          </a:stretch>
        </p:blipFill>
        <p:spPr>
          <a:xfrm>
            <a:off x="858368" y="2210000"/>
            <a:ext cx="620000" cy="620000"/>
          </a:xfrm>
          <a:prstGeom prst="rect">
            <a:avLst/>
          </a:prstGeom>
        </p:spPr>
      </p:pic>
      <p:pic>
        <p:nvPicPr>
          <p:cNvPr id="33" name="Picture 32" descr="Icon&#10;&#10;Description automatically generated">
            <a:extLst>
              <a:ext uri="{FF2B5EF4-FFF2-40B4-BE49-F238E27FC236}">
                <a16:creationId xmlns:a16="http://schemas.microsoft.com/office/drawing/2014/main" id="{634A8F1E-A6A3-4AAE-F4C6-FDD2E395BE28}"/>
              </a:ext>
            </a:extLst>
          </p:cNvPr>
          <p:cNvPicPr>
            <a:picLocks noChangeAspect="1"/>
          </p:cNvPicPr>
          <p:nvPr/>
        </p:nvPicPr>
        <p:blipFill>
          <a:blip r:embed="rId4" cstate="screen">
            <a:duotone>
              <a:srgbClr val="011936"/>
              <a:prstClr val="white"/>
            </a:duotone>
            <a:extLst>
              <a:ext uri="{28A0092B-C50C-407E-A947-70E740481C1C}">
                <a14:useLocalDpi xmlns:a14="http://schemas.microsoft.com/office/drawing/2010/main"/>
              </a:ext>
            </a:extLst>
          </a:blip>
          <a:stretch>
            <a:fillRect/>
          </a:stretch>
        </p:blipFill>
        <p:spPr>
          <a:xfrm>
            <a:off x="858368" y="3250000"/>
            <a:ext cx="620000" cy="620000"/>
          </a:xfrm>
          <a:prstGeom prst="rect">
            <a:avLst/>
          </a:prstGeom>
        </p:spPr>
      </p:pic>
      <p:pic>
        <p:nvPicPr>
          <p:cNvPr id="35" name="Picture 34" descr="Icon&#10;&#10;Description automatically generated">
            <a:extLst>
              <a:ext uri="{FF2B5EF4-FFF2-40B4-BE49-F238E27FC236}">
                <a16:creationId xmlns:a16="http://schemas.microsoft.com/office/drawing/2014/main" id="{A664F743-EA53-A4C4-257D-E8BE5C6A289E}"/>
              </a:ext>
            </a:extLst>
          </p:cNvPr>
          <p:cNvPicPr>
            <a:picLocks noChangeAspect="1"/>
          </p:cNvPicPr>
          <p:nvPr/>
        </p:nvPicPr>
        <p:blipFill>
          <a:blip r:embed="rId5" cstate="screen">
            <a:duotone>
              <a:srgbClr val="011936"/>
              <a:prstClr val="white"/>
            </a:duotone>
            <a:extLst>
              <a:ext uri="{28A0092B-C50C-407E-A947-70E740481C1C}">
                <a14:useLocalDpi xmlns:a14="http://schemas.microsoft.com/office/drawing/2010/main"/>
              </a:ext>
            </a:extLst>
          </a:blip>
          <a:stretch>
            <a:fillRect/>
          </a:stretch>
        </p:blipFill>
        <p:spPr>
          <a:xfrm>
            <a:off x="858368" y="4290000"/>
            <a:ext cx="620000" cy="620000"/>
          </a:xfrm>
          <a:prstGeom prst="rect">
            <a:avLst/>
          </a:prstGeom>
        </p:spPr>
      </p:pic>
      <p:pic>
        <p:nvPicPr>
          <p:cNvPr id="37" name="Picture 36">
            <a:extLst>
              <a:ext uri="{FF2B5EF4-FFF2-40B4-BE49-F238E27FC236}">
                <a16:creationId xmlns:a16="http://schemas.microsoft.com/office/drawing/2014/main" id="{1C091DD7-53EA-0ED4-1638-892AA0DE1D91}"/>
              </a:ext>
            </a:extLst>
          </p:cNvPr>
          <p:cNvPicPr>
            <a:picLocks noChangeAspect="1"/>
          </p:cNvPicPr>
          <p:nvPr/>
        </p:nvPicPr>
        <p:blipFill>
          <a:blip r:embed="rId6" cstate="screen">
            <a:duotone>
              <a:srgbClr val="011936"/>
              <a:prstClr val="white"/>
            </a:duotone>
            <a:extLst>
              <a:ext uri="{28A0092B-C50C-407E-A947-70E740481C1C}">
                <a14:useLocalDpi xmlns:a14="http://schemas.microsoft.com/office/drawing/2010/main"/>
              </a:ext>
            </a:extLst>
          </a:blip>
          <a:stretch>
            <a:fillRect/>
          </a:stretch>
        </p:blipFill>
        <p:spPr>
          <a:xfrm flipH="1">
            <a:off x="858368" y="5330000"/>
            <a:ext cx="620000" cy="620000"/>
          </a:xfrm>
          <a:prstGeom prst="rect">
            <a:avLst/>
          </a:prstGeom>
        </p:spPr>
      </p:pic>
      <p:pic>
        <p:nvPicPr>
          <p:cNvPr id="39" name="Picture 38" descr="A grey check mark on a black background&#10;&#10;AI-generated content may be incorrect.">
            <a:extLst>
              <a:ext uri="{FF2B5EF4-FFF2-40B4-BE49-F238E27FC236}">
                <a16:creationId xmlns:a16="http://schemas.microsoft.com/office/drawing/2014/main" id="{D483A777-6433-9DFB-474C-39561C69CAE4}"/>
              </a:ext>
            </a:extLst>
          </p:cNvPr>
          <p:cNvPicPr>
            <a:picLocks noChangeAspect="1"/>
          </p:cNvPicPr>
          <p:nvPr/>
        </p:nvPicPr>
        <p:blipFill>
          <a:blip r:embed="rId7" cstate="screen">
            <a:duotone>
              <a:srgbClr val="011936"/>
              <a:prstClr val="white"/>
            </a:duotone>
            <a:extLst>
              <a:ext uri="{28A0092B-C50C-407E-A947-70E740481C1C}">
                <a14:useLocalDpi xmlns:a14="http://schemas.microsoft.com/office/drawing/2010/main"/>
              </a:ext>
            </a:extLst>
          </a:blip>
          <a:stretch>
            <a:fillRect/>
          </a:stretch>
        </p:blipFill>
        <p:spPr>
          <a:xfrm>
            <a:off x="6446000" y="2210000"/>
            <a:ext cx="620000" cy="620000"/>
          </a:xfrm>
          <a:prstGeom prst="rect">
            <a:avLst/>
          </a:prstGeom>
        </p:spPr>
      </p:pic>
      <p:pic>
        <p:nvPicPr>
          <p:cNvPr id="41" name="Picture 40" descr="Icon&#10;&#10;Description automatically generated">
            <a:extLst>
              <a:ext uri="{FF2B5EF4-FFF2-40B4-BE49-F238E27FC236}">
                <a16:creationId xmlns:a16="http://schemas.microsoft.com/office/drawing/2014/main" id="{692F7D26-FC56-0D57-ED36-A1F1F80BFF0B}"/>
              </a:ext>
            </a:extLst>
          </p:cNvPr>
          <p:cNvPicPr>
            <a:picLocks noChangeAspect="1"/>
          </p:cNvPicPr>
          <p:nvPr/>
        </p:nvPicPr>
        <p:blipFill>
          <a:blip r:embed="rId8" cstate="screen">
            <a:duotone>
              <a:srgbClr val="011936"/>
              <a:prstClr val="white"/>
            </a:duotone>
            <a:extLst>
              <a:ext uri="{28A0092B-C50C-407E-A947-70E740481C1C}">
                <a14:useLocalDpi xmlns:a14="http://schemas.microsoft.com/office/drawing/2010/main"/>
              </a:ext>
            </a:extLst>
          </a:blip>
          <a:stretch>
            <a:fillRect/>
          </a:stretch>
        </p:blipFill>
        <p:spPr>
          <a:xfrm rot="10800000">
            <a:off x="6446000" y="3250000"/>
            <a:ext cx="620000" cy="620000"/>
          </a:xfrm>
          <a:prstGeom prst="rect">
            <a:avLst/>
          </a:prstGeom>
        </p:spPr>
      </p:pic>
      <p:pic>
        <p:nvPicPr>
          <p:cNvPr id="43" name="Picture 42" descr="A grey stairs in a black background&#10;&#10;AI-generated content may be incorrect.">
            <a:extLst>
              <a:ext uri="{FF2B5EF4-FFF2-40B4-BE49-F238E27FC236}">
                <a16:creationId xmlns:a16="http://schemas.microsoft.com/office/drawing/2014/main" id="{DF00A843-665D-EE53-F304-D470A108EEA2}"/>
              </a:ext>
            </a:extLst>
          </p:cNvPr>
          <p:cNvPicPr>
            <a:picLocks noChangeAspect="1"/>
          </p:cNvPicPr>
          <p:nvPr/>
        </p:nvPicPr>
        <p:blipFill>
          <a:blip r:embed="rId9" cstate="screen">
            <a:duotone>
              <a:srgbClr val="011936"/>
              <a:prstClr val="white"/>
            </a:duotone>
            <a:extLst>
              <a:ext uri="{28A0092B-C50C-407E-A947-70E740481C1C}">
                <a14:useLocalDpi xmlns:a14="http://schemas.microsoft.com/office/drawing/2010/main"/>
              </a:ext>
            </a:extLst>
          </a:blip>
          <a:stretch>
            <a:fillRect/>
          </a:stretch>
        </p:blipFill>
        <p:spPr>
          <a:xfrm>
            <a:off x="6446000" y="4290000"/>
            <a:ext cx="620000" cy="620000"/>
          </a:xfrm>
          <a:prstGeom prst="rect">
            <a:avLst/>
          </a:prstGeom>
        </p:spPr>
      </p:pic>
      <p:pic>
        <p:nvPicPr>
          <p:cNvPr id="45" name="Picture 44" descr="Icon&#10;&#10;Description automatically generated">
            <a:extLst>
              <a:ext uri="{FF2B5EF4-FFF2-40B4-BE49-F238E27FC236}">
                <a16:creationId xmlns:a16="http://schemas.microsoft.com/office/drawing/2014/main" id="{49CCA20B-06AE-4744-02B4-EAEB2D9FB663}"/>
              </a:ext>
            </a:extLst>
          </p:cNvPr>
          <p:cNvPicPr>
            <a:picLocks noChangeAspect="1"/>
          </p:cNvPicPr>
          <p:nvPr/>
        </p:nvPicPr>
        <p:blipFill>
          <a:blip r:embed="rId10" cstate="screen">
            <a:duotone>
              <a:srgbClr val="011936"/>
              <a:prstClr val="white"/>
            </a:duotone>
            <a:extLst>
              <a:ext uri="{28A0092B-C50C-407E-A947-70E740481C1C}">
                <a14:useLocalDpi xmlns:a14="http://schemas.microsoft.com/office/drawing/2010/main"/>
              </a:ext>
            </a:extLst>
          </a:blip>
          <a:stretch>
            <a:fillRect/>
          </a:stretch>
        </p:blipFill>
        <p:spPr>
          <a:xfrm>
            <a:off x="6446000" y="5330000"/>
            <a:ext cx="620000" cy="62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4" name="Text 2"/>
          <p:cNvSpPr/>
          <p:nvPr/>
        </p:nvSpPr>
        <p:spPr>
          <a:xfrm>
            <a:off x="11461399" y="185783"/>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011936"/>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1598193" y="492001"/>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98925" y="89665"/>
            <a:ext cx="7132320" cy="402336"/>
          </a:xfrm>
          <a:prstGeom prst="rect">
            <a:avLst/>
          </a:prstGeom>
          <a:noFill/>
          <a:ln/>
        </p:spPr>
        <p:txBody>
          <a:bodyPr wrap="square" lIns="0" tIns="0" rIns="0" bIns="0" rtlCol="0" anchor="ctr">
            <a:normAutofit/>
          </a:bodyPr>
          <a:lstStyle/>
          <a:p>
            <a:pPr marL="0" indent="0" algn="l">
              <a:buNone/>
            </a:pPr>
            <a:r>
              <a:rPr lang="en-US" sz="2400" b="1">
                <a:solidFill>
                  <a:srgbClr val="011936"/>
                </a:solidFill>
                <a:latin typeface="Aptos" pitchFamily="34" charset="0"/>
                <a:ea typeface="Aptos" pitchFamily="34" charset="-122"/>
                <a:cs typeface="Aptos" pitchFamily="34" charset="-120"/>
              </a:rPr>
              <a:t>Solution Design</a:t>
            </a:r>
            <a:endParaRPr lang="en-US" sz="2400"/>
          </a:p>
        </p:txBody>
      </p:sp>
      <p:sp>
        <p:nvSpPr>
          <p:cNvPr id="8" name="Text 6"/>
          <p:cNvSpPr/>
          <p:nvPr/>
        </p:nvSpPr>
        <p:spPr>
          <a:xfrm>
            <a:off x="112101" y="403358"/>
            <a:ext cx="6766560" cy="228600"/>
          </a:xfrm>
          <a:prstGeom prst="rect">
            <a:avLst/>
          </a:prstGeom>
          <a:noFill/>
          <a:ln/>
        </p:spPr>
        <p:txBody>
          <a:bodyPr wrap="square" lIns="0" tIns="0" rIns="0" bIns="0" rtlCol="0" anchor="ctr">
            <a:normAutofit/>
          </a:bodyPr>
          <a:lstStyle/>
          <a:p>
            <a:pPr marL="0" indent="0" algn="l">
              <a:buNone/>
            </a:pPr>
            <a:r>
              <a:rPr lang="en-US" sz="1150" b="1">
                <a:solidFill>
                  <a:srgbClr val="465362"/>
                </a:solidFill>
                <a:latin typeface="Aptos" pitchFamily="34" charset="0"/>
                <a:ea typeface="Aptos" pitchFamily="34" charset="-122"/>
                <a:cs typeface="Aptos" pitchFamily="34" charset="-120"/>
              </a:rPr>
              <a:t>Solution Walkthrough</a:t>
            </a:r>
            <a:endParaRPr lang="en-US" sz="1150"/>
          </a:p>
        </p:txBody>
      </p:sp>
      <p:sp>
        <p:nvSpPr>
          <p:cNvPr id="9" name="Text 7"/>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66717D"/>
                </a:solidFill>
                <a:latin typeface="Aptos" pitchFamily="34" charset="0"/>
                <a:ea typeface="Aptos" pitchFamily="34" charset="-122"/>
                <a:cs typeface="Aptos" pitchFamily="34" charset="-120"/>
              </a:rPr>
              <a:t>05</a:t>
            </a:r>
            <a:endParaRPr lang="en-US" sz="750"/>
          </a:p>
        </p:txBody>
      </p:sp>
      <p:sp>
        <p:nvSpPr>
          <p:cNvPr id="12" name="Shape 9"/>
          <p:cNvSpPr/>
          <p:nvPr/>
        </p:nvSpPr>
        <p:spPr>
          <a:xfrm rot="5400000">
            <a:off x="10865335" y="745519"/>
            <a:ext cx="91440" cy="1152144"/>
          </a:xfrm>
          <a:prstGeom prst="rect">
            <a:avLst/>
          </a:prstGeom>
          <a:solidFill>
            <a:srgbClr val="DC602E"/>
          </a:solidFill>
          <a:ln w="12700">
            <a:solidFill>
              <a:srgbClr val="333333">
                <a:alpha val="0"/>
              </a:srgbClr>
            </a:solidFill>
            <a:prstDash val="solid"/>
          </a:ln>
        </p:spPr>
        <p:txBody>
          <a:bodyPr/>
          <a:lstStyle/>
          <a:p>
            <a:endParaRPr lang="en-US"/>
          </a:p>
        </p:txBody>
      </p:sp>
      <p:sp>
        <p:nvSpPr>
          <p:cNvPr id="13" name="Text 10"/>
          <p:cNvSpPr/>
          <p:nvPr/>
        </p:nvSpPr>
        <p:spPr>
          <a:xfrm>
            <a:off x="10334983" y="1450291"/>
            <a:ext cx="1857000" cy="2286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Data File Upload</a:t>
            </a:r>
            <a:endParaRPr lang="en-US" sz="1250"/>
          </a:p>
        </p:txBody>
      </p:sp>
      <p:sp>
        <p:nvSpPr>
          <p:cNvPr id="15" name="Shape 12"/>
          <p:cNvSpPr/>
          <p:nvPr/>
        </p:nvSpPr>
        <p:spPr>
          <a:xfrm rot="5400000">
            <a:off x="10865335" y="2117119"/>
            <a:ext cx="91440" cy="1152144"/>
          </a:xfrm>
          <a:prstGeom prst="rect">
            <a:avLst/>
          </a:prstGeom>
          <a:solidFill>
            <a:srgbClr val="BC412B"/>
          </a:solidFill>
          <a:ln w="12700">
            <a:solidFill>
              <a:srgbClr val="333333">
                <a:alpha val="0"/>
              </a:srgbClr>
            </a:solidFill>
            <a:prstDash val="solid"/>
          </a:ln>
        </p:spPr>
        <p:txBody>
          <a:bodyPr/>
          <a:lstStyle/>
          <a:p>
            <a:endParaRPr lang="en-US"/>
          </a:p>
        </p:txBody>
      </p:sp>
      <p:sp>
        <p:nvSpPr>
          <p:cNvPr id="16" name="Text 13"/>
          <p:cNvSpPr/>
          <p:nvPr/>
        </p:nvSpPr>
        <p:spPr>
          <a:xfrm>
            <a:off x="10334983" y="2821891"/>
            <a:ext cx="1857000" cy="2286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SQL Processing</a:t>
            </a:r>
            <a:endParaRPr lang="en-US" sz="1250"/>
          </a:p>
        </p:txBody>
      </p:sp>
      <p:sp>
        <p:nvSpPr>
          <p:cNvPr id="18" name="Shape 15"/>
          <p:cNvSpPr/>
          <p:nvPr/>
        </p:nvSpPr>
        <p:spPr>
          <a:xfrm rot="5400000">
            <a:off x="10865335" y="3488719"/>
            <a:ext cx="91440" cy="1152144"/>
          </a:xfrm>
          <a:prstGeom prst="rect">
            <a:avLst/>
          </a:prstGeom>
          <a:solidFill>
            <a:srgbClr val="C2EABD"/>
          </a:solidFill>
          <a:ln w="12700">
            <a:solidFill>
              <a:srgbClr val="333333">
                <a:alpha val="0"/>
              </a:srgbClr>
            </a:solidFill>
            <a:prstDash val="solid"/>
          </a:ln>
        </p:spPr>
        <p:txBody>
          <a:bodyPr/>
          <a:lstStyle/>
          <a:p>
            <a:endParaRPr lang="en-US"/>
          </a:p>
        </p:txBody>
      </p:sp>
      <p:sp>
        <p:nvSpPr>
          <p:cNvPr id="19" name="Text 16"/>
          <p:cNvSpPr/>
          <p:nvPr/>
        </p:nvSpPr>
        <p:spPr>
          <a:xfrm>
            <a:off x="10334983" y="5565091"/>
            <a:ext cx="1857000" cy="2286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Power BI Dashboard</a:t>
            </a:r>
            <a:endParaRPr lang="en-US" sz="1250"/>
          </a:p>
        </p:txBody>
      </p:sp>
      <p:sp>
        <p:nvSpPr>
          <p:cNvPr id="21" name="Shape 18"/>
          <p:cNvSpPr/>
          <p:nvPr/>
        </p:nvSpPr>
        <p:spPr>
          <a:xfrm rot="5400000">
            <a:off x="10865335" y="4860319"/>
            <a:ext cx="91440" cy="1152144"/>
          </a:xfrm>
          <a:prstGeom prst="rect">
            <a:avLst/>
          </a:prstGeom>
          <a:solidFill>
            <a:srgbClr val="011936"/>
          </a:solidFill>
          <a:ln w="12700">
            <a:solidFill>
              <a:srgbClr val="333333">
                <a:alpha val="0"/>
              </a:srgbClr>
            </a:solidFill>
            <a:prstDash val="solid"/>
          </a:ln>
        </p:spPr>
        <p:txBody>
          <a:bodyPr/>
          <a:lstStyle/>
          <a:p>
            <a:endParaRPr lang="en-US"/>
          </a:p>
        </p:txBody>
      </p:sp>
      <p:sp>
        <p:nvSpPr>
          <p:cNvPr id="22" name="Text 19"/>
          <p:cNvSpPr/>
          <p:nvPr/>
        </p:nvSpPr>
        <p:spPr>
          <a:xfrm>
            <a:off x="10334983" y="4193491"/>
            <a:ext cx="1857000" cy="228600"/>
          </a:xfrm>
          <a:prstGeom prst="rect">
            <a:avLst/>
          </a:prstGeom>
          <a:noFill/>
          <a:ln/>
        </p:spPr>
        <p:txBody>
          <a:bodyPr wrap="square" lIns="0" tIns="0" rIns="0" bIns="0" rtlCol="0" anchor="ctr">
            <a:normAutofit/>
          </a:bodyPr>
          <a:lstStyle/>
          <a:p>
            <a:pPr marL="0" indent="0" algn="l">
              <a:buNone/>
            </a:pPr>
            <a:r>
              <a:rPr lang="en-US" sz="1250" b="1">
                <a:solidFill>
                  <a:srgbClr val="011936"/>
                </a:solidFill>
                <a:latin typeface="Aptos" pitchFamily="34" charset="0"/>
                <a:ea typeface="Aptos" pitchFamily="34" charset="-122"/>
                <a:cs typeface="Aptos" pitchFamily="34" charset="-120"/>
              </a:rPr>
              <a:t>Ara Interactive Chatbot</a:t>
            </a:r>
            <a:endParaRPr lang="en-US" sz="1250"/>
          </a:p>
        </p:txBody>
      </p:sp>
      <p:pic>
        <p:nvPicPr>
          <p:cNvPr id="6" name="Video Project">
            <a:hlinkClick r:id="" action="ppaction://media"/>
            <a:extLst>
              <a:ext uri="{FF2B5EF4-FFF2-40B4-BE49-F238E27FC236}">
                <a16:creationId xmlns:a16="http://schemas.microsoft.com/office/drawing/2014/main" id="{6FCFDA44-F300-F659-AFEA-1F6B297F12C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71612" y="791581"/>
            <a:ext cx="9753600" cy="5486400"/>
          </a:xfrm>
          <a:prstGeom prst="rect">
            <a:avLst/>
          </a:prstGeom>
        </p:spPr>
      </p:pic>
    </p:spTree>
    <p:extLst>
      <p:ext uri="{BB962C8B-B14F-4D97-AF65-F5344CB8AC3E}">
        <p14:creationId xmlns:p14="http://schemas.microsoft.com/office/powerpoint/2010/main" val="295823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43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1193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4" name="Text 2"/>
          <p:cNvSpPr/>
          <p:nvPr/>
        </p:nvSpPr>
        <p:spPr>
          <a:xfrm>
            <a:off x="10716768" y="219456"/>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C2EABD"/>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0853562" y="589605"/>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658368" y="475488"/>
            <a:ext cx="7132320" cy="402336"/>
          </a:xfrm>
          <a:prstGeom prst="rect">
            <a:avLst/>
          </a:prstGeom>
          <a:noFill/>
          <a:ln/>
        </p:spPr>
        <p:txBody>
          <a:bodyPr wrap="square" lIns="0" tIns="0" rIns="0" bIns="0" rtlCol="0" anchor="ctr">
            <a:normAutofit/>
          </a:bodyPr>
          <a:lstStyle/>
          <a:p>
            <a:pPr marL="0" indent="0" algn="l">
              <a:buNone/>
            </a:pPr>
            <a:r>
              <a:rPr lang="en-US" sz="2400" b="1">
                <a:solidFill>
                  <a:srgbClr val="FFFFFF"/>
                </a:solidFill>
                <a:latin typeface="Aptos" pitchFamily="34" charset="0"/>
                <a:ea typeface="Aptos" pitchFamily="34" charset="-122"/>
                <a:cs typeface="Aptos" pitchFamily="34" charset="-120"/>
              </a:rPr>
              <a:t>Dashboard Preview</a:t>
            </a:r>
            <a:endParaRPr lang="en-US" sz="2400"/>
          </a:p>
        </p:txBody>
      </p:sp>
      <p:sp>
        <p:nvSpPr>
          <p:cNvPr id="8" name="Text 6"/>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C2EABD"/>
                </a:solidFill>
                <a:latin typeface="Aptos" pitchFamily="34" charset="0"/>
                <a:ea typeface="Aptos" pitchFamily="34" charset="-122"/>
                <a:cs typeface="Aptos" pitchFamily="34" charset="-120"/>
              </a:rPr>
              <a:t>06</a:t>
            </a:r>
            <a:endParaRPr lang="en-US" sz="750"/>
          </a:p>
        </p:txBody>
      </p:sp>
      <p:sp>
        <p:nvSpPr>
          <p:cNvPr id="9" name="Shape 7"/>
          <p:cNvSpPr/>
          <p:nvPr/>
        </p:nvSpPr>
        <p:spPr>
          <a:xfrm>
            <a:off x="731520" y="1371600"/>
            <a:ext cx="10789920" cy="4892040"/>
          </a:xfrm>
          <a:prstGeom prst="rect">
            <a:avLst/>
          </a:prstGeom>
          <a:solidFill>
            <a:srgbClr val="FFFFFF"/>
          </a:solidFill>
          <a:ln w="8890">
            <a:solidFill>
              <a:srgbClr val="C2EABD"/>
            </a:solidFill>
            <a:prstDash val="solid"/>
          </a:ln>
        </p:spPr>
        <p:txBody>
          <a:bodyPr/>
          <a:lstStyle/>
          <a:p>
            <a:endParaRPr lang="en-US"/>
          </a:p>
        </p:txBody>
      </p:sp>
      <p:pic>
        <p:nvPicPr>
          <p:cNvPr id="11" name="Picture 10">
            <a:extLst>
              <a:ext uri="{FF2B5EF4-FFF2-40B4-BE49-F238E27FC236}">
                <a16:creationId xmlns:a16="http://schemas.microsoft.com/office/drawing/2014/main" id="{F3056FFB-99A1-84E3-B571-263BDC954E5D}"/>
              </a:ext>
            </a:extLst>
          </p:cNvPr>
          <p:cNvPicPr>
            <a:picLocks noChangeAspect="1"/>
          </p:cNvPicPr>
          <p:nvPr/>
        </p:nvPicPr>
        <p:blipFill>
          <a:blip r:embed="rId3"/>
          <a:stretch>
            <a:fillRect/>
          </a:stretch>
        </p:blipFill>
        <p:spPr>
          <a:xfrm>
            <a:off x="1371916" y="1385451"/>
            <a:ext cx="9509127" cy="4878189"/>
          </a:xfrm>
          <a:prstGeom prst="rect">
            <a:avLst/>
          </a:prstGeom>
        </p:spPr>
      </p:pic>
      <p:pic>
        <p:nvPicPr>
          <p:cNvPr id="12" name="Picture 11" descr="File:New Power BI Logo.svg">
            <a:extLst>
              <a:ext uri="{FF2B5EF4-FFF2-40B4-BE49-F238E27FC236}">
                <a16:creationId xmlns:a16="http://schemas.microsoft.com/office/drawing/2014/main" id="{E1B93E70-D97D-FA9F-2E19-6FAE4807E30F}"/>
              </a:ext>
            </a:extLst>
          </p:cNvPr>
          <p:cNvPicPr>
            <a:picLocks noChangeAspect="1"/>
          </p:cNvPicPr>
          <p:nvPr/>
        </p:nvPicPr>
        <p:blipFill>
          <a:blip r:embed="rId4"/>
          <a:stretch>
            <a:fillRect/>
          </a:stretch>
        </p:blipFill>
        <p:spPr>
          <a:xfrm>
            <a:off x="2967065" y="904944"/>
            <a:ext cx="306487" cy="306487"/>
          </a:xfrm>
          <a:prstGeom prst="rect">
            <a:avLst/>
          </a:prstGeom>
        </p:spPr>
      </p:pic>
      <p:sp>
        <p:nvSpPr>
          <p:cNvPr id="13" name="TextBox 12">
            <a:extLst>
              <a:ext uri="{FF2B5EF4-FFF2-40B4-BE49-F238E27FC236}">
                <a16:creationId xmlns:a16="http://schemas.microsoft.com/office/drawing/2014/main" id="{04343190-9F06-6266-944B-3F593459CE10}"/>
              </a:ext>
            </a:extLst>
          </p:cNvPr>
          <p:cNvSpPr txBox="1"/>
          <p:nvPr/>
        </p:nvSpPr>
        <p:spPr>
          <a:xfrm>
            <a:off x="731520" y="887968"/>
            <a:ext cx="2308697" cy="369332"/>
          </a:xfrm>
          <a:prstGeom prst="rect">
            <a:avLst/>
          </a:prstGeom>
          <a:noFill/>
        </p:spPr>
        <p:txBody>
          <a:bodyPr wrap="square" rtlCol="0">
            <a:spAutoFit/>
          </a:bodyPr>
          <a:lstStyle/>
          <a:p>
            <a:r>
              <a:rPr lang="en-US">
                <a:solidFill>
                  <a:schemeClr val="bg1"/>
                </a:solidFill>
              </a:rPr>
              <a:t>Produced in Power BI</a:t>
            </a:r>
          </a:p>
        </p:txBody>
      </p:sp>
      <p:pic>
        <p:nvPicPr>
          <p:cNvPr id="10" name="Picture 9">
            <a:extLst>
              <a:ext uri="{FF2B5EF4-FFF2-40B4-BE49-F238E27FC236}">
                <a16:creationId xmlns:a16="http://schemas.microsoft.com/office/drawing/2014/main" id="{B7F0D1A2-8E70-FBFE-CB23-FDD8C8A7B5E8}"/>
              </a:ext>
            </a:extLst>
          </p:cNvPr>
          <p:cNvPicPr>
            <a:picLocks noChangeAspect="1"/>
          </p:cNvPicPr>
          <p:nvPr/>
        </p:nvPicPr>
        <p:blipFill>
          <a:blip r:embed="rId5"/>
          <a:stretch>
            <a:fillRect/>
          </a:stretch>
        </p:blipFill>
        <p:spPr>
          <a:xfrm>
            <a:off x="10759161" y="5604933"/>
            <a:ext cx="674441" cy="5690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8FAF8"/>
        </a:solidFill>
        <a:effectLst/>
      </p:bgPr>
    </p:bg>
    <p:spTree>
      <p:nvGrpSpPr>
        <p:cNvPr id="1" name=""/>
        <p:cNvGrpSpPr/>
        <p:nvPr/>
      </p:nvGrpSpPr>
      <p:grpSpPr>
        <a:xfrm>
          <a:off x="0" y="0"/>
          <a:ext cx="0" cy="0"/>
          <a:chOff x="0" y="0"/>
          <a:chExt cx="0" cy="0"/>
        </a:xfrm>
      </p:grpSpPr>
      <p:sp>
        <p:nvSpPr>
          <p:cNvPr id="10" name="Shape 8"/>
          <p:cNvSpPr/>
          <p:nvPr/>
        </p:nvSpPr>
        <p:spPr>
          <a:xfrm>
            <a:off x="1108368" y="3115000"/>
            <a:ext cx="9975264" cy="0"/>
          </a:xfrm>
          <a:prstGeom prst="line">
            <a:avLst/>
          </a:prstGeom>
          <a:noFill/>
          <a:ln w="13970">
            <a:solidFill>
              <a:srgbClr val="DDE4E2"/>
            </a:solidFill>
            <a:prstDash val="solid"/>
          </a:ln>
        </p:spPr>
        <p:txBody>
          <a:bodyPr/>
          <a:lstStyle/>
          <a:p>
            <a:endParaRPr lang="en-US" sz="2000"/>
          </a:p>
        </p:txBody>
      </p:sp>
      <p:sp>
        <p:nvSpPr>
          <p:cNvPr id="29" name="Shape 13">
            <a:extLst>
              <a:ext uri="{FF2B5EF4-FFF2-40B4-BE49-F238E27FC236}">
                <a16:creationId xmlns:a16="http://schemas.microsoft.com/office/drawing/2014/main" id="{458B097F-4FFC-8E39-EE26-80D0F32D1AAB}"/>
              </a:ext>
            </a:extLst>
          </p:cNvPr>
          <p:cNvSpPr/>
          <p:nvPr/>
        </p:nvSpPr>
        <p:spPr>
          <a:xfrm>
            <a:off x="515461" y="2525676"/>
            <a:ext cx="1188720" cy="1188720"/>
          </a:xfrm>
          <a:prstGeom prst="ellipse">
            <a:avLst/>
          </a:prstGeom>
          <a:solidFill>
            <a:srgbClr val="DC602E"/>
          </a:solidFill>
          <a:ln w="12700">
            <a:solidFill>
              <a:srgbClr val="333333">
                <a:alpha val="0"/>
              </a:srgbClr>
            </a:solidFill>
            <a:prstDash val="solid"/>
          </a:ln>
        </p:spPr>
        <p:txBody>
          <a:bodyPr/>
          <a:lstStyle/>
          <a:p>
            <a:endParaRPr lang="en-US" sz="2000"/>
          </a:p>
        </p:txBody>
      </p:sp>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27" name="Shape 17">
            <a:extLst>
              <a:ext uri="{FF2B5EF4-FFF2-40B4-BE49-F238E27FC236}">
                <a16:creationId xmlns:a16="http://schemas.microsoft.com/office/drawing/2014/main" id="{3C580454-4D8F-1869-CCD4-3F39F6AFA92F}"/>
              </a:ext>
            </a:extLst>
          </p:cNvPr>
          <p:cNvSpPr/>
          <p:nvPr/>
        </p:nvSpPr>
        <p:spPr>
          <a:xfrm>
            <a:off x="10463095" y="2515325"/>
            <a:ext cx="1188720" cy="1188720"/>
          </a:xfrm>
          <a:prstGeom prst="ellipse">
            <a:avLst/>
          </a:prstGeom>
          <a:solidFill>
            <a:srgbClr val="011936"/>
          </a:solidFill>
          <a:ln w="12700">
            <a:solidFill>
              <a:srgbClr val="333333">
                <a:alpha val="0"/>
              </a:srgbClr>
            </a:solidFill>
            <a:prstDash val="solid"/>
          </a:ln>
        </p:spPr>
        <p:txBody>
          <a:bodyPr/>
          <a:lstStyle/>
          <a:p>
            <a:endParaRPr lang="en-US" sz="2000"/>
          </a:p>
        </p:txBody>
      </p:sp>
      <p:sp>
        <p:nvSpPr>
          <p:cNvPr id="4" name="Text 2"/>
          <p:cNvSpPr/>
          <p:nvPr/>
        </p:nvSpPr>
        <p:spPr>
          <a:xfrm>
            <a:off x="10716768" y="219456"/>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011936"/>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0853562" y="589605"/>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520482" y="678688"/>
            <a:ext cx="7132320" cy="402336"/>
          </a:xfrm>
          <a:prstGeom prst="rect">
            <a:avLst/>
          </a:prstGeom>
          <a:noFill/>
          <a:ln/>
        </p:spPr>
        <p:txBody>
          <a:bodyPr wrap="square" lIns="0" tIns="0" rIns="0" bIns="0" rtlCol="0" anchor="ctr">
            <a:normAutofit fontScale="92500" lnSpcReduction="20000"/>
          </a:bodyPr>
          <a:lstStyle/>
          <a:p>
            <a:pPr marL="0" indent="0" algn="l">
              <a:buNone/>
            </a:pPr>
            <a:r>
              <a:rPr lang="en-US" sz="3200" b="1">
                <a:solidFill>
                  <a:srgbClr val="011936"/>
                </a:solidFill>
                <a:latin typeface="Aptos" pitchFamily="34" charset="0"/>
                <a:ea typeface="Aptos" pitchFamily="34" charset="-122"/>
                <a:cs typeface="Aptos" pitchFamily="34" charset="-120"/>
              </a:rPr>
              <a:t>Timeline</a:t>
            </a:r>
            <a:endParaRPr lang="en-US" sz="3200"/>
          </a:p>
        </p:txBody>
      </p:sp>
      <p:sp>
        <p:nvSpPr>
          <p:cNvPr id="8" name="Text 6"/>
          <p:cNvSpPr/>
          <p:nvPr/>
        </p:nvSpPr>
        <p:spPr>
          <a:xfrm>
            <a:off x="529626" y="1108456"/>
            <a:ext cx="6766560" cy="228600"/>
          </a:xfrm>
          <a:prstGeom prst="rect">
            <a:avLst/>
          </a:prstGeom>
          <a:noFill/>
          <a:ln/>
        </p:spPr>
        <p:txBody>
          <a:bodyPr wrap="square" lIns="0" tIns="0" rIns="0" bIns="0" rtlCol="0" anchor="ctr">
            <a:normAutofit/>
          </a:bodyPr>
          <a:lstStyle/>
          <a:p>
            <a:pPr marL="0" indent="0" algn="l">
              <a:buNone/>
            </a:pPr>
            <a:r>
              <a:rPr lang="en-US" sz="1400" b="1">
                <a:solidFill>
                  <a:srgbClr val="465362"/>
                </a:solidFill>
                <a:latin typeface="Aptos" pitchFamily="34" charset="0"/>
                <a:ea typeface="Aptos" pitchFamily="34" charset="-122"/>
                <a:cs typeface="Aptos" pitchFamily="34" charset="-120"/>
              </a:rPr>
              <a:t>Implementation Roadmap</a:t>
            </a:r>
            <a:endParaRPr lang="en-US" sz="1400"/>
          </a:p>
        </p:txBody>
      </p:sp>
      <p:sp>
        <p:nvSpPr>
          <p:cNvPr id="9" name="Text 7"/>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66717D"/>
                </a:solidFill>
                <a:latin typeface="Aptos" pitchFamily="34" charset="0"/>
                <a:ea typeface="Aptos" pitchFamily="34" charset="-122"/>
                <a:cs typeface="Aptos" pitchFamily="34" charset="-120"/>
              </a:rPr>
              <a:t>07</a:t>
            </a:r>
            <a:endParaRPr lang="en-US" sz="750"/>
          </a:p>
        </p:txBody>
      </p:sp>
      <p:sp>
        <p:nvSpPr>
          <p:cNvPr id="12" name="Text 10"/>
          <p:cNvSpPr/>
          <p:nvPr/>
        </p:nvSpPr>
        <p:spPr>
          <a:xfrm>
            <a:off x="108368" y="4265000"/>
            <a:ext cx="2000000" cy="430000"/>
          </a:xfrm>
          <a:prstGeom prst="rect">
            <a:avLst/>
          </a:prstGeom>
          <a:noFill/>
          <a:ln/>
        </p:spPr>
        <p:txBody>
          <a:bodyPr wrap="square" lIns="0" tIns="0" rIns="0" bIns="0" rtlCol="0" anchor="ctr">
            <a:normAutofit/>
          </a:bodyPr>
          <a:lstStyle/>
          <a:p>
            <a:pPr marL="0" indent="0" algn="ctr">
              <a:buNone/>
            </a:pPr>
            <a:r>
              <a:rPr lang="en-US" sz="2000" b="1">
                <a:solidFill>
                  <a:srgbClr val="011936"/>
                </a:solidFill>
                <a:latin typeface="Aptos" pitchFamily="34" charset="0"/>
                <a:ea typeface="Aptos" pitchFamily="34" charset="-122"/>
                <a:cs typeface="Aptos" pitchFamily="34" charset="-120"/>
              </a:rPr>
              <a:t>Month 1-3</a:t>
            </a:r>
          </a:p>
        </p:txBody>
      </p:sp>
      <p:sp>
        <p:nvSpPr>
          <p:cNvPr id="13" name="Text 11"/>
          <p:cNvSpPr/>
          <p:nvPr/>
        </p:nvSpPr>
        <p:spPr>
          <a:xfrm>
            <a:off x="108368" y="4765000"/>
            <a:ext cx="2000000" cy="370000"/>
          </a:xfrm>
          <a:prstGeom prst="rect">
            <a:avLst/>
          </a:prstGeom>
          <a:noFill/>
          <a:ln/>
        </p:spPr>
        <p:txBody>
          <a:bodyPr wrap="square" lIns="0" tIns="0" rIns="0" bIns="0" rtlCol="0" anchor="ctr">
            <a:normAutofit/>
          </a:bodyPr>
          <a:lstStyle/>
          <a:p>
            <a:pPr marL="0" indent="0" algn="ctr">
              <a:buNone/>
            </a:pPr>
            <a:r>
              <a:rPr lang="en-US" sz="1600">
                <a:solidFill>
                  <a:srgbClr val="465362"/>
                </a:solidFill>
                <a:latin typeface="Aptos" pitchFamily="34" charset="0"/>
                <a:ea typeface="Aptos" pitchFamily="34" charset="-122"/>
                <a:cs typeface="Aptos" pitchFamily="34" charset="-120"/>
              </a:rPr>
              <a:t>Data Integration</a:t>
            </a:r>
            <a:endParaRPr lang="en-US" sz="1600"/>
          </a:p>
        </p:txBody>
      </p:sp>
      <p:sp>
        <p:nvSpPr>
          <p:cNvPr id="14" name="Shape 12"/>
          <p:cNvSpPr/>
          <p:nvPr/>
        </p:nvSpPr>
        <p:spPr>
          <a:xfrm>
            <a:off x="1108368" y="3565000"/>
            <a:ext cx="0" cy="700000"/>
          </a:xfrm>
          <a:prstGeom prst="line">
            <a:avLst/>
          </a:prstGeom>
          <a:noFill/>
          <a:ln w="10160">
            <a:solidFill>
              <a:srgbClr val="DDE4E2"/>
            </a:solidFill>
            <a:prstDash val="solid"/>
          </a:ln>
        </p:spPr>
        <p:txBody>
          <a:bodyPr/>
          <a:lstStyle/>
          <a:p>
            <a:endParaRPr lang="en-US" sz="2000"/>
          </a:p>
        </p:txBody>
      </p:sp>
      <p:sp>
        <p:nvSpPr>
          <p:cNvPr id="15" name="Shape 13"/>
          <p:cNvSpPr/>
          <p:nvPr/>
        </p:nvSpPr>
        <p:spPr>
          <a:xfrm>
            <a:off x="3840548" y="2515325"/>
            <a:ext cx="1188720" cy="1188720"/>
          </a:xfrm>
          <a:prstGeom prst="ellipse">
            <a:avLst/>
          </a:prstGeom>
          <a:solidFill>
            <a:srgbClr val="BC412B"/>
          </a:solidFill>
          <a:ln w="12700">
            <a:solidFill>
              <a:srgbClr val="333333">
                <a:alpha val="0"/>
              </a:srgbClr>
            </a:solidFill>
            <a:prstDash val="solid"/>
          </a:ln>
        </p:spPr>
        <p:txBody>
          <a:bodyPr/>
          <a:lstStyle/>
          <a:p>
            <a:endParaRPr lang="en-US" sz="2000"/>
          </a:p>
        </p:txBody>
      </p:sp>
      <p:sp>
        <p:nvSpPr>
          <p:cNvPr id="16" name="Text 14"/>
          <p:cNvSpPr/>
          <p:nvPr/>
        </p:nvSpPr>
        <p:spPr>
          <a:xfrm>
            <a:off x="3433456" y="4265000"/>
            <a:ext cx="2000000" cy="430000"/>
          </a:xfrm>
          <a:prstGeom prst="rect">
            <a:avLst/>
          </a:prstGeom>
          <a:noFill/>
          <a:ln/>
        </p:spPr>
        <p:txBody>
          <a:bodyPr wrap="square" lIns="0" tIns="0" rIns="0" bIns="0" rtlCol="0" anchor="ctr">
            <a:normAutofit/>
          </a:bodyPr>
          <a:lstStyle/>
          <a:p>
            <a:pPr marL="0" indent="0" algn="ctr">
              <a:buNone/>
            </a:pPr>
            <a:r>
              <a:rPr lang="en-US" sz="2000" b="1">
                <a:solidFill>
                  <a:srgbClr val="011936"/>
                </a:solidFill>
                <a:latin typeface="Aptos" pitchFamily="34" charset="0"/>
                <a:ea typeface="Aptos" pitchFamily="34" charset="-122"/>
                <a:cs typeface="Aptos" pitchFamily="34" charset="-120"/>
              </a:rPr>
              <a:t>Month 3-4</a:t>
            </a:r>
          </a:p>
        </p:txBody>
      </p:sp>
      <p:sp>
        <p:nvSpPr>
          <p:cNvPr id="17" name="Text 15"/>
          <p:cNvSpPr/>
          <p:nvPr/>
        </p:nvSpPr>
        <p:spPr>
          <a:xfrm>
            <a:off x="3433456" y="4765000"/>
            <a:ext cx="2000000" cy="370000"/>
          </a:xfrm>
          <a:prstGeom prst="rect">
            <a:avLst/>
          </a:prstGeom>
          <a:noFill/>
          <a:ln/>
        </p:spPr>
        <p:txBody>
          <a:bodyPr wrap="square" lIns="0" tIns="0" rIns="0" bIns="0" rtlCol="0" anchor="ctr">
            <a:normAutofit/>
          </a:bodyPr>
          <a:lstStyle/>
          <a:p>
            <a:pPr algn="ctr"/>
            <a:r>
              <a:rPr lang="en-US" sz="1600">
                <a:solidFill>
                  <a:srgbClr val="465362"/>
                </a:solidFill>
                <a:latin typeface="Aptos"/>
              </a:rPr>
              <a:t>Quality Control</a:t>
            </a:r>
            <a:endParaRPr lang="en-US" sz="2000"/>
          </a:p>
        </p:txBody>
      </p:sp>
      <p:sp>
        <p:nvSpPr>
          <p:cNvPr id="18" name="Shape 16"/>
          <p:cNvSpPr/>
          <p:nvPr/>
        </p:nvSpPr>
        <p:spPr>
          <a:xfrm>
            <a:off x="4433456" y="3565000"/>
            <a:ext cx="0" cy="700000"/>
          </a:xfrm>
          <a:prstGeom prst="line">
            <a:avLst/>
          </a:prstGeom>
          <a:noFill/>
          <a:ln w="10160">
            <a:solidFill>
              <a:srgbClr val="DDE4E2"/>
            </a:solidFill>
            <a:prstDash val="solid"/>
          </a:ln>
        </p:spPr>
        <p:txBody>
          <a:bodyPr/>
          <a:lstStyle/>
          <a:p>
            <a:endParaRPr lang="en-US" sz="2000"/>
          </a:p>
        </p:txBody>
      </p:sp>
      <p:sp>
        <p:nvSpPr>
          <p:cNvPr id="19" name="Shape 17"/>
          <p:cNvSpPr/>
          <p:nvPr/>
        </p:nvSpPr>
        <p:spPr>
          <a:xfrm>
            <a:off x="7162732" y="2529840"/>
            <a:ext cx="1188720" cy="1188720"/>
          </a:xfrm>
          <a:prstGeom prst="ellipse">
            <a:avLst/>
          </a:prstGeom>
          <a:solidFill>
            <a:srgbClr val="B4D9B0"/>
          </a:solidFill>
          <a:ln w="12700">
            <a:solidFill>
              <a:srgbClr val="333333">
                <a:alpha val="0"/>
              </a:srgbClr>
            </a:solidFill>
            <a:prstDash val="solid"/>
          </a:ln>
        </p:spPr>
        <p:txBody>
          <a:bodyPr/>
          <a:lstStyle/>
          <a:p>
            <a:endParaRPr lang="en-US" sz="2000"/>
          </a:p>
        </p:txBody>
      </p:sp>
      <p:sp>
        <p:nvSpPr>
          <p:cNvPr id="20" name="Text 18"/>
          <p:cNvSpPr/>
          <p:nvPr/>
        </p:nvSpPr>
        <p:spPr>
          <a:xfrm>
            <a:off x="6758544" y="4265000"/>
            <a:ext cx="2000000" cy="430000"/>
          </a:xfrm>
          <a:prstGeom prst="rect">
            <a:avLst/>
          </a:prstGeom>
          <a:noFill/>
          <a:ln/>
        </p:spPr>
        <p:txBody>
          <a:bodyPr wrap="square" lIns="0" tIns="0" rIns="0" bIns="0" rtlCol="0" anchor="ctr">
            <a:normAutofit/>
          </a:bodyPr>
          <a:lstStyle/>
          <a:p>
            <a:pPr marL="0" indent="0" algn="ctr">
              <a:buNone/>
            </a:pPr>
            <a:r>
              <a:rPr lang="en-US" sz="2000" b="1">
                <a:solidFill>
                  <a:srgbClr val="011936"/>
                </a:solidFill>
                <a:latin typeface="Aptos" pitchFamily="34" charset="0"/>
                <a:ea typeface="Aptos" pitchFamily="34" charset="-122"/>
                <a:cs typeface="Aptos" pitchFamily="34" charset="-120"/>
              </a:rPr>
              <a:t>Month 5-6</a:t>
            </a:r>
            <a:endParaRPr lang="en-US" sz="2000"/>
          </a:p>
        </p:txBody>
      </p:sp>
      <p:sp>
        <p:nvSpPr>
          <p:cNvPr id="21" name="Text 19"/>
          <p:cNvSpPr/>
          <p:nvPr/>
        </p:nvSpPr>
        <p:spPr>
          <a:xfrm>
            <a:off x="6794830" y="4765000"/>
            <a:ext cx="2000000" cy="370000"/>
          </a:xfrm>
          <a:prstGeom prst="rect">
            <a:avLst/>
          </a:prstGeom>
          <a:noFill/>
          <a:ln/>
        </p:spPr>
        <p:txBody>
          <a:bodyPr wrap="square" lIns="0" tIns="0" rIns="0" bIns="0" rtlCol="0" anchor="ctr">
            <a:normAutofit/>
          </a:bodyPr>
          <a:lstStyle/>
          <a:p>
            <a:pPr algn="ctr"/>
            <a:r>
              <a:rPr lang="en-US" sz="1600">
                <a:solidFill>
                  <a:srgbClr val="465362"/>
                </a:solidFill>
                <a:latin typeface="Aptos"/>
                <a:ea typeface="Aptos" pitchFamily="34" charset="-122"/>
                <a:cs typeface="Aptos" pitchFamily="34" charset="-120"/>
              </a:rPr>
              <a:t>Test &amp; Customize</a:t>
            </a:r>
            <a:endParaRPr lang="en-US" sz="1600"/>
          </a:p>
        </p:txBody>
      </p:sp>
      <p:sp>
        <p:nvSpPr>
          <p:cNvPr id="22" name="Shape 20"/>
          <p:cNvSpPr/>
          <p:nvPr/>
        </p:nvSpPr>
        <p:spPr>
          <a:xfrm>
            <a:off x="7758544" y="3565000"/>
            <a:ext cx="0" cy="700000"/>
          </a:xfrm>
          <a:prstGeom prst="line">
            <a:avLst/>
          </a:prstGeom>
          <a:noFill/>
          <a:ln w="10160">
            <a:solidFill>
              <a:srgbClr val="DDE4E2"/>
            </a:solidFill>
            <a:prstDash val="solid"/>
          </a:ln>
        </p:spPr>
        <p:txBody>
          <a:bodyPr/>
          <a:lstStyle/>
          <a:p>
            <a:endParaRPr lang="en-US" sz="2000"/>
          </a:p>
        </p:txBody>
      </p:sp>
      <p:sp>
        <p:nvSpPr>
          <p:cNvPr id="24" name="Text 22"/>
          <p:cNvSpPr/>
          <p:nvPr/>
        </p:nvSpPr>
        <p:spPr>
          <a:xfrm>
            <a:off x="10083632" y="4265000"/>
            <a:ext cx="2000000" cy="430000"/>
          </a:xfrm>
          <a:prstGeom prst="rect">
            <a:avLst/>
          </a:prstGeom>
          <a:noFill/>
          <a:ln/>
        </p:spPr>
        <p:txBody>
          <a:bodyPr wrap="square" lIns="0" tIns="0" rIns="0" bIns="0" rtlCol="0" anchor="ctr">
            <a:normAutofit/>
          </a:bodyPr>
          <a:lstStyle/>
          <a:p>
            <a:pPr marL="0" indent="0" algn="ctr">
              <a:buNone/>
            </a:pPr>
            <a:r>
              <a:rPr lang="en-US" sz="2000" b="1">
                <a:solidFill>
                  <a:srgbClr val="011936"/>
                </a:solidFill>
                <a:latin typeface="Aptos" pitchFamily="34" charset="0"/>
                <a:ea typeface="Aptos" pitchFamily="34" charset="-122"/>
                <a:cs typeface="Aptos" pitchFamily="34" charset="-120"/>
              </a:rPr>
              <a:t>Month 7</a:t>
            </a:r>
            <a:endParaRPr lang="en-US" sz="2000"/>
          </a:p>
        </p:txBody>
      </p:sp>
      <p:sp>
        <p:nvSpPr>
          <p:cNvPr id="25" name="Text 23"/>
          <p:cNvSpPr/>
          <p:nvPr/>
        </p:nvSpPr>
        <p:spPr>
          <a:xfrm>
            <a:off x="10083632" y="4765000"/>
            <a:ext cx="2000000" cy="370000"/>
          </a:xfrm>
          <a:prstGeom prst="rect">
            <a:avLst/>
          </a:prstGeom>
          <a:noFill/>
          <a:ln/>
        </p:spPr>
        <p:txBody>
          <a:bodyPr wrap="square" lIns="0" tIns="0" rIns="0" bIns="0" rtlCol="0" anchor="ctr">
            <a:normAutofit/>
          </a:bodyPr>
          <a:lstStyle/>
          <a:p>
            <a:pPr marL="0" indent="0" algn="ctr">
              <a:buNone/>
            </a:pPr>
            <a:r>
              <a:rPr lang="en-US" sz="1600">
                <a:solidFill>
                  <a:srgbClr val="465362"/>
                </a:solidFill>
                <a:latin typeface="Aptos" pitchFamily="34" charset="0"/>
                <a:ea typeface="Aptos" pitchFamily="34" charset="-122"/>
                <a:cs typeface="Aptos" pitchFamily="34" charset="-120"/>
              </a:rPr>
              <a:t>Go-live</a:t>
            </a:r>
            <a:endParaRPr lang="en-US" sz="1600"/>
          </a:p>
        </p:txBody>
      </p:sp>
      <p:sp>
        <p:nvSpPr>
          <p:cNvPr id="26" name="Shape 24"/>
          <p:cNvSpPr/>
          <p:nvPr/>
        </p:nvSpPr>
        <p:spPr>
          <a:xfrm>
            <a:off x="11083632" y="3565000"/>
            <a:ext cx="0" cy="700000"/>
          </a:xfrm>
          <a:prstGeom prst="line">
            <a:avLst/>
          </a:prstGeom>
          <a:noFill/>
          <a:ln w="10160">
            <a:solidFill>
              <a:srgbClr val="DDE4E2"/>
            </a:solidFill>
            <a:prstDash val="solid"/>
          </a:ln>
        </p:spPr>
        <p:txBody>
          <a:bodyPr/>
          <a:lstStyle/>
          <a:p>
            <a:endParaRPr lang="en-US" sz="2000"/>
          </a:p>
        </p:txBody>
      </p:sp>
      <p:pic>
        <p:nvPicPr>
          <p:cNvPr id="35" name="Graphic 34">
            <a:extLst>
              <a:ext uri="{FF2B5EF4-FFF2-40B4-BE49-F238E27FC236}">
                <a16:creationId xmlns:a16="http://schemas.microsoft.com/office/drawing/2014/main" id="{1150D426-FB5E-7BD3-3E27-515A1C1027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171" y="2696028"/>
            <a:ext cx="878115" cy="878114"/>
          </a:xfrm>
          <a:prstGeom prst="rect">
            <a:avLst/>
          </a:prstGeom>
        </p:spPr>
      </p:pic>
      <p:pic>
        <p:nvPicPr>
          <p:cNvPr id="36" name="Graphic 35">
            <a:extLst>
              <a:ext uri="{FF2B5EF4-FFF2-40B4-BE49-F238E27FC236}">
                <a16:creationId xmlns:a16="http://schemas.microsoft.com/office/drawing/2014/main" id="{B07E3CB9-42B2-1AC4-1C65-51A713D30B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73390" y="2662836"/>
            <a:ext cx="914400" cy="914400"/>
          </a:xfrm>
          <a:prstGeom prst="rect">
            <a:avLst/>
          </a:prstGeom>
        </p:spPr>
      </p:pic>
      <p:pic>
        <p:nvPicPr>
          <p:cNvPr id="37" name="Graphic 36">
            <a:extLst>
              <a:ext uri="{FF2B5EF4-FFF2-40B4-BE49-F238E27FC236}">
                <a16:creationId xmlns:a16="http://schemas.microsoft.com/office/drawing/2014/main" id="{3FF6D44B-2586-82BC-D8A9-0797F61E36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76914" y="2652485"/>
            <a:ext cx="914400" cy="914400"/>
          </a:xfrm>
          <a:prstGeom prst="rect">
            <a:avLst/>
          </a:prstGeom>
        </p:spPr>
      </p:pic>
      <p:pic>
        <p:nvPicPr>
          <p:cNvPr id="38" name="Graphic 37">
            <a:extLst>
              <a:ext uri="{FF2B5EF4-FFF2-40B4-BE49-F238E27FC236}">
                <a16:creationId xmlns:a16="http://schemas.microsoft.com/office/drawing/2014/main" id="{FC7D4487-62EE-48F6-F1EC-6930C8A56D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827" y="2650600"/>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11936"/>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2998CEF3-A0AF-6307-5EDB-E550D030D745}"/>
              </a:ext>
            </a:extLst>
          </p:cNvPr>
          <p:cNvSpPr/>
          <p:nvPr/>
        </p:nvSpPr>
        <p:spPr>
          <a:xfrm>
            <a:off x="513733" y="2224278"/>
            <a:ext cx="5228771" cy="2286000"/>
          </a:xfrm>
          <a:prstGeom prst="roundRect">
            <a:avLst/>
          </a:prstGeom>
          <a:solidFill>
            <a:srgbClr val="0A2745"/>
          </a:solidFill>
          <a:ln w="6350">
            <a:solidFill>
              <a:srgbClr val="465362"/>
            </a:solidFill>
            <a:prstDash val="solid"/>
          </a:ln>
        </p:spPr>
        <p:txBody>
          <a:bodyPr/>
          <a:lstStyle/>
          <a:p>
            <a:endParaRPr lang="en-US">
              <a:solidFill>
                <a:schemeClr val="tx1"/>
              </a:solidFill>
            </a:endParaRPr>
          </a:p>
        </p:txBody>
      </p:sp>
      <p:sp>
        <p:nvSpPr>
          <p:cNvPr id="6" name="Rectangle: Rounded Corners 5">
            <a:extLst>
              <a:ext uri="{FF2B5EF4-FFF2-40B4-BE49-F238E27FC236}">
                <a16:creationId xmlns:a16="http://schemas.microsoft.com/office/drawing/2014/main" id="{BA8C9342-FE80-E1CC-345A-2AFBF44B7B86}"/>
              </a:ext>
            </a:extLst>
          </p:cNvPr>
          <p:cNvSpPr/>
          <p:nvPr/>
        </p:nvSpPr>
        <p:spPr>
          <a:xfrm>
            <a:off x="6821424" y="1965960"/>
            <a:ext cx="4386194" cy="2802636"/>
          </a:xfrm>
          <a:prstGeom prst="roundRect">
            <a:avLst/>
          </a:prstGeom>
          <a:solidFill>
            <a:srgbClr val="C2EA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12191695" cy="64008"/>
          </a:xfrm>
          <a:prstGeom prst="rect">
            <a:avLst/>
          </a:prstGeom>
          <a:solidFill>
            <a:srgbClr val="DC602E"/>
          </a:solidFill>
          <a:ln w="12700">
            <a:solidFill>
              <a:srgbClr val="333333">
                <a:alpha val="0"/>
              </a:srgbClr>
            </a:solidFill>
            <a:prstDash val="solid"/>
          </a:ln>
        </p:spPr>
        <p:txBody>
          <a:bodyPr/>
          <a:lstStyle/>
          <a:p>
            <a:endParaRPr lang="en-US"/>
          </a:p>
        </p:txBody>
      </p:sp>
      <p:sp>
        <p:nvSpPr>
          <p:cNvPr id="3" name="Shape 1"/>
          <p:cNvSpPr/>
          <p:nvPr/>
        </p:nvSpPr>
        <p:spPr>
          <a:xfrm>
            <a:off x="0" y="64008"/>
            <a:ext cx="12191695" cy="32004"/>
          </a:xfrm>
          <a:prstGeom prst="rect">
            <a:avLst/>
          </a:prstGeom>
          <a:solidFill>
            <a:srgbClr val="C2EABD"/>
          </a:solidFill>
          <a:ln w="12700">
            <a:solidFill>
              <a:srgbClr val="333333">
                <a:alpha val="0"/>
              </a:srgbClr>
            </a:solidFill>
            <a:prstDash val="solid"/>
          </a:ln>
        </p:spPr>
        <p:txBody>
          <a:bodyPr/>
          <a:lstStyle/>
          <a:p>
            <a:endParaRPr lang="en-US"/>
          </a:p>
        </p:txBody>
      </p:sp>
      <p:sp>
        <p:nvSpPr>
          <p:cNvPr id="4" name="Text 2"/>
          <p:cNvSpPr/>
          <p:nvPr/>
        </p:nvSpPr>
        <p:spPr>
          <a:xfrm>
            <a:off x="10716768" y="219456"/>
            <a:ext cx="627644" cy="281635"/>
          </a:xfrm>
          <a:prstGeom prst="rect">
            <a:avLst/>
          </a:prstGeom>
          <a:noFill/>
          <a:ln/>
        </p:spPr>
        <p:txBody>
          <a:bodyPr wrap="square" lIns="0" tIns="0" rIns="0" bIns="0" rtlCol="0" anchor="ctr">
            <a:normAutofit lnSpcReduction="10000"/>
          </a:bodyPr>
          <a:lstStyle/>
          <a:p>
            <a:pPr marL="0" indent="0" algn="ctr">
              <a:buNone/>
            </a:pPr>
            <a:r>
              <a:rPr lang="en-US" sz="1936" b="1">
                <a:solidFill>
                  <a:srgbClr val="C2EABD"/>
                </a:solidFill>
                <a:latin typeface="Aptos Display" pitchFamily="34" charset="0"/>
                <a:ea typeface="Aptos Display" pitchFamily="34" charset="-122"/>
                <a:cs typeface="Aptos Display" pitchFamily="34" charset="-120"/>
              </a:rPr>
              <a:t>HS</a:t>
            </a:r>
            <a:endParaRPr lang="en-US" sz="1936"/>
          </a:p>
        </p:txBody>
      </p:sp>
      <p:sp>
        <p:nvSpPr>
          <p:cNvPr id="5" name="Shape 3"/>
          <p:cNvSpPr/>
          <p:nvPr/>
        </p:nvSpPr>
        <p:spPr>
          <a:xfrm>
            <a:off x="10853562" y="589605"/>
            <a:ext cx="354056" cy="28164"/>
          </a:xfrm>
          <a:prstGeom prst="rect">
            <a:avLst/>
          </a:prstGeom>
          <a:solidFill>
            <a:srgbClr val="DC602E"/>
          </a:solidFill>
          <a:ln w="12700">
            <a:solidFill>
              <a:srgbClr val="333333">
                <a:alpha val="0"/>
              </a:srgbClr>
            </a:solidFill>
            <a:prstDash val="solid"/>
          </a:ln>
        </p:spPr>
        <p:txBody>
          <a:bodyPr/>
          <a:lstStyle/>
          <a:p>
            <a:endParaRPr lang="en-US"/>
          </a:p>
        </p:txBody>
      </p:sp>
      <p:sp>
        <p:nvSpPr>
          <p:cNvPr id="7" name="Text 5"/>
          <p:cNvSpPr/>
          <p:nvPr/>
        </p:nvSpPr>
        <p:spPr>
          <a:xfrm>
            <a:off x="658368" y="475488"/>
            <a:ext cx="7132320" cy="402336"/>
          </a:xfrm>
          <a:prstGeom prst="rect">
            <a:avLst/>
          </a:prstGeom>
          <a:noFill/>
          <a:ln/>
        </p:spPr>
        <p:txBody>
          <a:bodyPr wrap="square" lIns="0" tIns="0" rIns="0" bIns="0" rtlCol="0" anchor="ctr">
            <a:normAutofit/>
          </a:bodyPr>
          <a:lstStyle/>
          <a:p>
            <a:pPr marL="0" indent="0" algn="l">
              <a:buNone/>
            </a:pPr>
            <a:r>
              <a:rPr lang="en-US" sz="2400" b="1">
                <a:solidFill>
                  <a:srgbClr val="FFFFFF"/>
                </a:solidFill>
                <a:latin typeface="Aptos" pitchFamily="34" charset="0"/>
                <a:ea typeface="Aptos" pitchFamily="34" charset="-122"/>
                <a:cs typeface="Aptos" pitchFamily="34" charset="-120"/>
              </a:rPr>
              <a:t>Acknowledgement &amp; Questions</a:t>
            </a:r>
            <a:endParaRPr lang="en-US" sz="2400"/>
          </a:p>
        </p:txBody>
      </p:sp>
      <p:sp>
        <p:nvSpPr>
          <p:cNvPr id="8" name="Text 6"/>
          <p:cNvSpPr/>
          <p:nvPr/>
        </p:nvSpPr>
        <p:spPr>
          <a:xfrm>
            <a:off x="11384280" y="6510528"/>
            <a:ext cx="320040" cy="164592"/>
          </a:xfrm>
          <a:prstGeom prst="rect">
            <a:avLst/>
          </a:prstGeom>
          <a:noFill/>
          <a:ln/>
        </p:spPr>
        <p:txBody>
          <a:bodyPr wrap="square" lIns="0" tIns="0" rIns="0" bIns="0" rtlCol="0" anchor="ctr">
            <a:normAutofit/>
          </a:bodyPr>
          <a:lstStyle/>
          <a:p>
            <a:pPr marL="0" indent="0" algn="r">
              <a:buNone/>
            </a:pPr>
            <a:r>
              <a:rPr lang="en-US" sz="750">
                <a:solidFill>
                  <a:srgbClr val="C2EABD"/>
                </a:solidFill>
                <a:latin typeface="Aptos" pitchFamily="34" charset="0"/>
                <a:ea typeface="Aptos" pitchFamily="34" charset="-122"/>
                <a:cs typeface="Aptos" pitchFamily="34" charset="-120"/>
              </a:rPr>
              <a:t>08</a:t>
            </a:r>
            <a:endParaRPr lang="en-US" sz="750"/>
          </a:p>
        </p:txBody>
      </p:sp>
      <p:sp>
        <p:nvSpPr>
          <p:cNvPr id="9" name="Text 7"/>
          <p:cNvSpPr/>
          <p:nvPr/>
        </p:nvSpPr>
        <p:spPr>
          <a:xfrm>
            <a:off x="749808" y="1264920"/>
            <a:ext cx="5342709" cy="553574"/>
          </a:xfrm>
          <a:prstGeom prst="rect">
            <a:avLst/>
          </a:prstGeom>
          <a:noFill/>
          <a:ln/>
        </p:spPr>
        <p:txBody>
          <a:bodyPr wrap="square" lIns="0" tIns="0" rIns="0" bIns="0" rtlCol="0" anchor="ctr">
            <a:normAutofit/>
          </a:bodyPr>
          <a:lstStyle/>
          <a:p>
            <a:pPr marL="0" indent="0" algn="l">
              <a:buNone/>
            </a:pPr>
            <a:r>
              <a:rPr lang="en-US" sz="1400">
                <a:solidFill>
                  <a:srgbClr val="FFFFFF"/>
                </a:solidFill>
                <a:latin typeface="Aptos" pitchFamily="34" charset="0"/>
                <a:ea typeface="Aptos" pitchFamily="34" charset="-122"/>
                <a:cs typeface="Aptos" pitchFamily="34" charset="-120"/>
              </a:rPr>
              <a:t>We would like to thank the following people for their guidance and support throughout this project:</a:t>
            </a:r>
            <a:endParaRPr lang="en-US" sz="1400"/>
          </a:p>
        </p:txBody>
      </p:sp>
      <p:sp>
        <p:nvSpPr>
          <p:cNvPr id="11" name="Text 9"/>
          <p:cNvSpPr/>
          <p:nvPr/>
        </p:nvSpPr>
        <p:spPr>
          <a:xfrm>
            <a:off x="1024128" y="2487168"/>
            <a:ext cx="2377440" cy="256032"/>
          </a:xfrm>
          <a:prstGeom prst="rect">
            <a:avLst/>
          </a:prstGeom>
          <a:noFill/>
          <a:ln/>
        </p:spPr>
        <p:txBody>
          <a:bodyPr wrap="square" lIns="0" tIns="0" rIns="0" bIns="0" rtlCol="0" anchor="ctr">
            <a:normAutofit/>
          </a:bodyPr>
          <a:lstStyle/>
          <a:p>
            <a:pPr marL="0" indent="0" algn="l">
              <a:buNone/>
            </a:pPr>
            <a:r>
              <a:rPr lang="en-US" sz="1600" b="1">
                <a:solidFill>
                  <a:srgbClr val="C2EABD"/>
                </a:solidFill>
                <a:latin typeface="Aptos" pitchFamily="34" charset="0"/>
                <a:ea typeface="Aptos" pitchFamily="34" charset="-122"/>
                <a:cs typeface="Aptos" pitchFamily="34" charset="-120"/>
              </a:rPr>
              <a:t>Special Thanks</a:t>
            </a:r>
            <a:endParaRPr lang="en-US" sz="1600"/>
          </a:p>
        </p:txBody>
      </p:sp>
      <p:sp>
        <p:nvSpPr>
          <p:cNvPr id="12" name="Text 10"/>
          <p:cNvSpPr/>
          <p:nvPr/>
        </p:nvSpPr>
        <p:spPr>
          <a:xfrm>
            <a:off x="1024128" y="3063240"/>
            <a:ext cx="1371600" cy="182880"/>
          </a:xfrm>
          <a:prstGeom prst="rect">
            <a:avLst/>
          </a:prstGeom>
          <a:noFill/>
          <a:ln/>
        </p:spPr>
        <p:txBody>
          <a:bodyPr wrap="square" lIns="0" tIns="0" rIns="0" bIns="0" rtlCol="0" anchor="ctr">
            <a:normAutofit/>
          </a:bodyPr>
          <a:lstStyle/>
          <a:p>
            <a:pPr marL="0" indent="0" algn="l">
              <a:buNone/>
            </a:pPr>
            <a:r>
              <a:rPr lang="en-US" sz="1050" b="1">
                <a:solidFill>
                  <a:srgbClr val="C2EABD"/>
                </a:solidFill>
                <a:latin typeface="Aptos"/>
                <a:ea typeface="Aptos" pitchFamily="34" charset="-122"/>
                <a:cs typeface="Aptos" pitchFamily="34" charset="-120"/>
              </a:rPr>
              <a:t>IT Support</a:t>
            </a:r>
            <a:endParaRPr lang="en-US" sz="1050">
              <a:solidFill>
                <a:srgbClr val="C2EABD"/>
              </a:solidFill>
              <a:latin typeface="Aptos"/>
            </a:endParaRPr>
          </a:p>
        </p:txBody>
      </p:sp>
      <p:sp>
        <p:nvSpPr>
          <p:cNvPr id="13" name="Text 11"/>
          <p:cNvSpPr/>
          <p:nvPr/>
        </p:nvSpPr>
        <p:spPr>
          <a:xfrm>
            <a:off x="1024128" y="3367278"/>
            <a:ext cx="2011680" cy="827314"/>
          </a:xfrm>
          <a:prstGeom prst="rect">
            <a:avLst/>
          </a:prstGeom>
          <a:noFill/>
          <a:ln/>
        </p:spPr>
        <p:txBody>
          <a:bodyPr wrap="square" lIns="0" tIns="0" rIns="0" bIns="0" rtlCol="0" anchor="t">
            <a:normAutofit/>
          </a:bodyPr>
          <a:lstStyle/>
          <a:p>
            <a:pPr marL="0" indent="0" algn="l">
              <a:buNone/>
            </a:pPr>
            <a:r>
              <a:rPr lang="en-US" sz="1250">
                <a:solidFill>
                  <a:srgbClr val="FFFFFF"/>
                </a:solidFill>
                <a:latin typeface="Aptos" pitchFamily="34" charset="0"/>
                <a:ea typeface="Aptos" pitchFamily="34" charset="-122"/>
                <a:cs typeface="Aptos" pitchFamily="34" charset="-120"/>
              </a:rPr>
              <a:t>Mirza Baig</a:t>
            </a:r>
            <a:endParaRPr lang="en-US" sz="1250"/>
          </a:p>
          <a:p>
            <a:pPr marL="0" indent="0" algn="l">
              <a:buNone/>
            </a:pPr>
            <a:r>
              <a:rPr lang="en-US" sz="1250">
                <a:solidFill>
                  <a:srgbClr val="FFFFFF"/>
                </a:solidFill>
                <a:latin typeface="Aptos" pitchFamily="34" charset="0"/>
                <a:ea typeface="Aptos" pitchFamily="34" charset="-122"/>
                <a:cs typeface="Aptos" pitchFamily="34" charset="-120"/>
              </a:rPr>
              <a:t>Brian Master</a:t>
            </a:r>
          </a:p>
          <a:p>
            <a:pPr marL="0" indent="0" algn="l">
              <a:buNone/>
            </a:pPr>
            <a:r>
              <a:rPr lang="en-US" sz="1250">
                <a:solidFill>
                  <a:srgbClr val="FFFFFF"/>
                </a:solidFill>
                <a:latin typeface="Aptos" pitchFamily="34" charset="0"/>
              </a:rPr>
              <a:t>Andy Chauvin</a:t>
            </a:r>
          </a:p>
          <a:p>
            <a:pPr marL="0" indent="0" algn="l">
              <a:buNone/>
            </a:pPr>
            <a:r>
              <a:rPr lang="en-US" sz="1250">
                <a:solidFill>
                  <a:srgbClr val="FFFFFF"/>
                </a:solidFill>
                <a:latin typeface="Aptos" pitchFamily="34" charset="0"/>
              </a:rPr>
              <a:t>Mahaboob Shaik</a:t>
            </a:r>
            <a:endParaRPr lang="en-US" sz="1250"/>
          </a:p>
        </p:txBody>
      </p:sp>
      <p:sp>
        <p:nvSpPr>
          <p:cNvPr id="14" name="Shape 12"/>
          <p:cNvSpPr/>
          <p:nvPr/>
        </p:nvSpPr>
        <p:spPr>
          <a:xfrm>
            <a:off x="2212558" y="2933627"/>
            <a:ext cx="0" cy="1078992"/>
          </a:xfrm>
          <a:prstGeom prst="line">
            <a:avLst/>
          </a:prstGeom>
          <a:noFill/>
          <a:ln w="12700">
            <a:solidFill>
              <a:srgbClr val="465362"/>
            </a:solidFill>
            <a:prstDash val="solid"/>
          </a:ln>
        </p:spPr>
        <p:txBody>
          <a:bodyPr/>
          <a:lstStyle/>
          <a:p>
            <a:endParaRPr lang="en-US"/>
          </a:p>
        </p:txBody>
      </p:sp>
      <p:sp>
        <p:nvSpPr>
          <p:cNvPr id="15" name="Text 13"/>
          <p:cNvSpPr/>
          <p:nvPr/>
        </p:nvSpPr>
        <p:spPr>
          <a:xfrm>
            <a:off x="2396599" y="3063240"/>
            <a:ext cx="1554480" cy="182880"/>
          </a:xfrm>
          <a:prstGeom prst="rect">
            <a:avLst/>
          </a:prstGeom>
          <a:noFill/>
          <a:ln/>
        </p:spPr>
        <p:txBody>
          <a:bodyPr wrap="square" lIns="0" tIns="0" rIns="0" bIns="0" rtlCol="0" anchor="ctr">
            <a:normAutofit/>
          </a:bodyPr>
          <a:lstStyle/>
          <a:p>
            <a:pPr marL="0" indent="0" algn="l">
              <a:buNone/>
            </a:pPr>
            <a:r>
              <a:rPr lang="en-US" sz="1060" b="1">
                <a:solidFill>
                  <a:srgbClr val="C2EABD"/>
                </a:solidFill>
                <a:latin typeface="Aptos" pitchFamily="34" charset="0"/>
                <a:ea typeface="Aptos" pitchFamily="34" charset="-122"/>
                <a:cs typeface="Aptos" pitchFamily="34" charset="-120"/>
              </a:rPr>
              <a:t>HR Guidance</a:t>
            </a:r>
            <a:endParaRPr lang="en-US" sz="1060"/>
          </a:p>
        </p:txBody>
      </p:sp>
      <p:sp>
        <p:nvSpPr>
          <p:cNvPr id="16" name="Text 14"/>
          <p:cNvSpPr/>
          <p:nvPr/>
        </p:nvSpPr>
        <p:spPr>
          <a:xfrm>
            <a:off x="2396599" y="3358025"/>
            <a:ext cx="1463040" cy="621792"/>
          </a:xfrm>
          <a:prstGeom prst="rect">
            <a:avLst/>
          </a:prstGeom>
          <a:noFill/>
          <a:ln/>
        </p:spPr>
        <p:txBody>
          <a:bodyPr wrap="square" lIns="0" tIns="0" rIns="0" bIns="0" rtlCol="0" anchor="t">
            <a:normAutofit/>
          </a:bodyPr>
          <a:lstStyle/>
          <a:p>
            <a:pPr marL="0" indent="0" algn="l">
              <a:buNone/>
            </a:pPr>
            <a:r>
              <a:rPr lang="en-US" sz="1250">
                <a:solidFill>
                  <a:srgbClr val="FFFFFF"/>
                </a:solidFill>
                <a:latin typeface="Aptos" pitchFamily="34" charset="0"/>
                <a:ea typeface="Aptos" pitchFamily="34" charset="-122"/>
                <a:cs typeface="Aptos" pitchFamily="34" charset="-120"/>
              </a:rPr>
              <a:t>Kristen Bowlin</a:t>
            </a:r>
            <a:endParaRPr lang="en-US" sz="1250"/>
          </a:p>
          <a:p>
            <a:pPr marL="0" indent="0" algn="l">
              <a:buNone/>
            </a:pPr>
            <a:r>
              <a:rPr lang="en-US" sz="1250">
                <a:solidFill>
                  <a:srgbClr val="FFFFFF"/>
                </a:solidFill>
                <a:latin typeface="Aptos" pitchFamily="34" charset="0"/>
                <a:ea typeface="Aptos" pitchFamily="34" charset="-122"/>
                <a:cs typeface="Aptos" pitchFamily="34" charset="-120"/>
              </a:rPr>
              <a:t>Eva Chang</a:t>
            </a:r>
            <a:endParaRPr lang="en-US" sz="1250"/>
          </a:p>
          <a:p>
            <a:pPr marL="0" indent="0" algn="l">
              <a:buNone/>
            </a:pPr>
            <a:r>
              <a:rPr lang="en-US" sz="1250">
                <a:solidFill>
                  <a:srgbClr val="FFFFFF"/>
                </a:solidFill>
                <a:latin typeface="Aptos" pitchFamily="34" charset="0"/>
                <a:ea typeface="Aptos" pitchFamily="34" charset="-122"/>
                <a:cs typeface="Aptos" pitchFamily="34" charset="-120"/>
              </a:rPr>
              <a:t>Rola Elzoor</a:t>
            </a:r>
            <a:endParaRPr lang="en-US" sz="1250"/>
          </a:p>
        </p:txBody>
      </p:sp>
      <p:sp>
        <p:nvSpPr>
          <p:cNvPr id="18" name="Text 16"/>
          <p:cNvSpPr/>
          <p:nvPr/>
        </p:nvSpPr>
        <p:spPr>
          <a:xfrm>
            <a:off x="7424928" y="3054096"/>
            <a:ext cx="3200400" cy="548640"/>
          </a:xfrm>
          <a:prstGeom prst="rect">
            <a:avLst/>
          </a:prstGeom>
          <a:noFill/>
          <a:ln/>
        </p:spPr>
        <p:txBody>
          <a:bodyPr wrap="square" lIns="0" tIns="0" rIns="0" bIns="0" rtlCol="0" anchor="ctr">
            <a:normAutofit/>
          </a:bodyPr>
          <a:lstStyle/>
          <a:p>
            <a:pPr marL="0" indent="0" algn="ctr">
              <a:buNone/>
            </a:pPr>
            <a:r>
              <a:rPr lang="en-US" sz="3200" b="1">
                <a:solidFill>
                  <a:srgbClr val="011936"/>
                </a:solidFill>
                <a:latin typeface="Aptos" pitchFamily="34" charset="0"/>
                <a:ea typeface="Aptos" pitchFamily="34" charset="-122"/>
                <a:cs typeface="Aptos" pitchFamily="34" charset="-120"/>
              </a:rPr>
              <a:t>Questions?</a:t>
            </a:r>
            <a:endParaRPr lang="en-US" sz="3200"/>
          </a:p>
        </p:txBody>
      </p:sp>
      <p:sp>
        <p:nvSpPr>
          <p:cNvPr id="19" name="Text 13">
            <a:extLst>
              <a:ext uri="{FF2B5EF4-FFF2-40B4-BE49-F238E27FC236}">
                <a16:creationId xmlns:a16="http://schemas.microsoft.com/office/drawing/2014/main" id="{8A64C175-CDFE-A48E-A5BA-4393483D8E68}"/>
              </a:ext>
            </a:extLst>
          </p:cNvPr>
          <p:cNvSpPr/>
          <p:nvPr/>
        </p:nvSpPr>
        <p:spPr>
          <a:xfrm>
            <a:off x="3637570" y="3063239"/>
            <a:ext cx="1554480" cy="182880"/>
          </a:xfrm>
          <a:prstGeom prst="rect">
            <a:avLst/>
          </a:prstGeom>
          <a:noFill/>
          <a:ln/>
        </p:spPr>
        <p:txBody>
          <a:bodyPr wrap="square" lIns="0" tIns="0" rIns="0" bIns="0" rtlCol="0" anchor="ctr">
            <a:normAutofit/>
          </a:bodyPr>
          <a:lstStyle/>
          <a:p>
            <a:pPr marL="0" indent="0" algn="l">
              <a:buNone/>
            </a:pPr>
            <a:r>
              <a:rPr lang="en-US" sz="1060" b="1">
                <a:solidFill>
                  <a:srgbClr val="C2EABD"/>
                </a:solidFill>
                <a:latin typeface="Aptos" pitchFamily="34" charset="0"/>
                <a:ea typeface="Aptos" pitchFamily="34" charset="-122"/>
                <a:cs typeface="Aptos" pitchFamily="34" charset="-120"/>
              </a:rPr>
              <a:t>PA Guidance</a:t>
            </a:r>
            <a:endParaRPr lang="en-US" sz="1060"/>
          </a:p>
        </p:txBody>
      </p:sp>
      <p:sp>
        <p:nvSpPr>
          <p:cNvPr id="20" name="Shape 12">
            <a:extLst>
              <a:ext uri="{FF2B5EF4-FFF2-40B4-BE49-F238E27FC236}">
                <a16:creationId xmlns:a16="http://schemas.microsoft.com/office/drawing/2014/main" id="{631181CC-A8B9-94C6-8840-B8D8D2FADDDA}"/>
              </a:ext>
            </a:extLst>
          </p:cNvPr>
          <p:cNvSpPr/>
          <p:nvPr/>
        </p:nvSpPr>
        <p:spPr>
          <a:xfrm>
            <a:off x="3460786" y="2933627"/>
            <a:ext cx="0" cy="1078992"/>
          </a:xfrm>
          <a:prstGeom prst="line">
            <a:avLst/>
          </a:prstGeom>
          <a:noFill/>
          <a:ln w="12700">
            <a:solidFill>
              <a:srgbClr val="465362"/>
            </a:solidFill>
            <a:prstDash val="solid"/>
          </a:ln>
        </p:spPr>
        <p:txBody>
          <a:bodyPr/>
          <a:lstStyle/>
          <a:p>
            <a:endParaRPr lang="en-US"/>
          </a:p>
        </p:txBody>
      </p:sp>
      <p:sp>
        <p:nvSpPr>
          <p:cNvPr id="21" name="Text 11">
            <a:extLst>
              <a:ext uri="{FF2B5EF4-FFF2-40B4-BE49-F238E27FC236}">
                <a16:creationId xmlns:a16="http://schemas.microsoft.com/office/drawing/2014/main" id="{A24FAFD7-3595-B78D-3B59-4F124BB36929}"/>
              </a:ext>
            </a:extLst>
          </p:cNvPr>
          <p:cNvSpPr/>
          <p:nvPr/>
        </p:nvSpPr>
        <p:spPr>
          <a:xfrm>
            <a:off x="3637570" y="3358024"/>
            <a:ext cx="2011680" cy="475488"/>
          </a:xfrm>
          <a:prstGeom prst="rect">
            <a:avLst/>
          </a:prstGeom>
          <a:noFill/>
          <a:ln/>
        </p:spPr>
        <p:txBody>
          <a:bodyPr wrap="square" lIns="0" tIns="0" rIns="0" bIns="0" rtlCol="0" anchor="t">
            <a:normAutofit/>
          </a:bodyPr>
          <a:lstStyle/>
          <a:p>
            <a:r>
              <a:rPr lang="en-US" sz="1250">
                <a:solidFill>
                  <a:srgbClr val="FFFFFF"/>
                </a:solidFill>
                <a:latin typeface="Aptos"/>
              </a:rPr>
              <a:t>Stephanie Palmer</a:t>
            </a:r>
          </a:p>
          <a:p>
            <a:r>
              <a:rPr lang="en-US" sz="1250">
                <a:solidFill>
                  <a:srgbClr val="FFFFFF"/>
                </a:solidFill>
              </a:rPr>
              <a:t>Michelle Flores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942</Words>
  <Application>Microsoft Office PowerPoint</Application>
  <PresentationFormat>Widescreen</PresentationFormat>
  <Paragraphs>97</Paragraphs>
  <Slides>7</Slides>
  <Notes>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Hire Standard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Management Model</dc:title>
  <dc:subject>Cost Management Model</dc:subject>
  <dc:creator>OpenAI</dc:creator>
  <cp:lastModifiedBy>Kana, Cody W</cp:lastModifiedBy>
  <cp:revision>1</cp:revision>
  <dcterms:created xsi:type="dcterms:W3CDTF">2026-07-29T14:16:02Z</dcterms:created>
  <dcterms:modified xsi:type="dcterms:W3CDTF">2026-07-30T19:55:23Z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959062-7b44-4d77-8d0f-cf572960120c_Enabled">
    <vt:lpwstr>true</vt:lpwstr>
  </property>
  <property fmtid="{D5CDD505-2E9C-101B-9397-08002B2CF9AE}" pid="3" name="MSIP_Label_10959062-7b44-4d77-8d0f-cf572960120c_SetDate">
    <vt:lpwstr>2026-07-29T15:44:47Z</vt:lpwstr>
  </property>
  <property fmtid="{D5CDD505-2E9C-101B-9397-08002B2CF9AE}" pid="4" name="MSIP_Label_10959062-7b44-4d77-8d0f-cf572960120c_Method">
    <vt:lpwstr>Privileged</vt:lpwstr>
  </property>
  <property fmtid="{D5CDD505-2E9C-101B-9397-08002B2CF9AE}" pid="5" name="MSIP_Label_10959062-7b44-4d77-8d0f-cf572960120c_Name">
    <vt:lpwstr>ASC-General-Use</vt:lpwstr>
  </property>
  <property fmtid="{D5CDD505-2E9C-101B-9397-08002B2CF9AE}" pid="6" name="MSIP_Label_10959062-7b44-4d77-8d0f-cf572960120c_SiteId">
    <vt:lpwstr>3793a1e6-1687-4a33-a150-6d1a5640ff06</vt:lpwstr>
  </property>
  <property fmtid="{D5CDD505-2E9C-101B-9397-08002B2CF9AE}" pid="7" name="MSIP_Label_10959062-7b44-4d77-8d0f-cf572960120c_ActionId">
    <vt:lpwstr>1cb0c17f-e465-4b5b-891e-1f7627485ba8</vt:lpwstr>
  </property>
  <property fmtid="{D5CDD505-2E9C-101B-9397-08002B2CF9AE}" pid="8" name="MSIP_Label_10959062-7b44-4d77-8d0f-cf572960120c_ContentBits">
    <vt:lpwstr>2</vt:lpwstr>
  </property>
  <property fmtid="{D5CDD505-2E9C-101B-9397-08002B2CF9AE}" pid="9" name="MSIP_Label_10959062-7b44-4d77-8d0f-cf572960120c_Tag">
    <vt:lpwstr>10, 0, 1, 1</vt:lpwstr>
  </property>
  <property fmtid="{D5CDD505-2E9C-101B-9397-08002B2CF9AE}" pid="10" name="ClassificationContentMarkingFooterLocations">
    <vt:lpwstr>Office Theme:3</vt:lpwstr>
  </property>
  <property fmtid="{D5CDD505-2E9C-101B-9397-08002B2CF9AE}" pid="11" name="ClassificationContentMarkingFooterText">
    <vt:lpwstr>Classification: General Use</vt:lpwstr>
  </property>
</Properties>
</file>